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Epilogue Medium"/>
      <p:regular r:id="rId19"/>
      <p:bold r:id="rId20"/>
      <p:italic r:id="rId21"/>
      <p:boldItalic r:id="rId22"/>
    </p:embeddedFont>
    <p:embeddedFont>
      <p:font typeface="Epilogue"/>
      <p:regular r:id="rId23"/>
      <p:bold r:id="rId24"/>
      <p:italic r:id="rId25"/>
      <p:boldItalic r:id="rId26"/>
    </p:embeddedFont>
    <p:embeddedFont>
      <p:font typeface="Roboto Mon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pilogueMedium-bold.fntdata"/><Relationship Id="rId22" Type="http://schemas.openxmlformats.org/officeDocument/2006/relationships/font" Target="fonts/EpilogueMedium-boldItalic.fntdata"/><Relationship Id="rId21" Type="http://schemas.openxmlformats.org/officeDocument/2006/relationships/font" Target="fonts/EpilogueMedium-italic.fntdata"/><Relationship Id="rId24" Type="http://schemas.openxmlformats.org/officeDocument/2006/relationships/font" Target="fonts/Epilogue-bold.fntdata"/><Relationship Id="rId23" Type="http://schemas.openxmlformats.org/officeDocument/2006/relationships/font" Target="fonts/Epilogue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Epilogue-boldItalic.fntdata"/><Relationship Id="rId25" Type="http://schemas.openxmlformats.org/officeDocument/2006/relationships/font" Target="fonts/Epilogue-italic.fntdata"/><Relationship Id="rId28" Type="http://schemas.openxmlformats.org/officeDocument/2006/relationships/font" Target="fonts/RobotoMono-bold.fntdata"/><Relationship Id="rId27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EpilogueMedium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7b434645e9_0_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27b434645e9_0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d431007ba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d431007ba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b324b1ea90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b324b1ea90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b324b1ea90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b324b1ea90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b324b1ea9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b324b1ea9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b35299101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b35299101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b35299101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b35299101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b35299101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b35299101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b352991017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b352991017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b352991017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b352991017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b352991017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b352991017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b35299101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b35299101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b42a7b60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b42a7b60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1097669"/>
            <a:ext cx="4528800" cy="228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3611731"/>
            <a:ext cx="4528800" cy="4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180368" y="-654592"/>
            <a:ext cx="8688299" cy="5618409"/>
            <a:chOff x="180368" y="-654592"/>
            <a:chExt cx="8688299" cy="5618409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180368" y="444646"/>
              <a:ext cx="759736" cy="1158675"/>
              <a:chOff x="121368" y="180350"/>
              <a:chExt cx="759736" cy="1158675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786904" y="18035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 rot="-5400000">
                <a:off x="121368" y="1244825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5" name="Google Shape;15;p2"/>
              <p:cNvCxnSpPr>
                <a:stCxn id="13" idx="2"/>
                <a:endCxn id="14" idx="4"/>
              </p:cNvCxnSpPr>
              <p:nvPr/>
            </p:nvCxnSpPr>
            <p:spPr>
              <a:xfrm flipH="1">
                <a:off x="215704" y="227450"/>
                <a:ext cx="571200" cy="1064400"/>
              </a:xfrm>
              <a:prstGeom prst="bentConnector3">
                <a:avLst>
                  <a:gd fmla="val 50012" name="adj1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16" name="Google Shape;16;p2"/>
            <p:cNvGrpSpPr/>
            <p:nvPr/>
          </p:nvGrpSpPr>
          <p:grpSpPr>
            <a:xfrm rot="5400000">
              <a:off x="4160612" y="4390051"/>
              <a:ext cx="387009" cy="760525"/>
              <a:chOff x="510779" y="426100"/>
              <a:chExt cx="387009" cy="760525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803589" y="426100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 rot="-5400000">
                <a:off x="5107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9" name="Google Shape;19;p2"/>
              <p:cNvCxnSpPr>
                <a:stCxn id="17" idx="2"/>
                <a:endCxn id="18" idx="6"/>
              </p:cNvCxnSpPr>
              <p:nvPr/>
            </p:nvCxnSpPr>
            <p:spPr>
              <a:xfrm flipH="1">
                <a:off x="557889" y="473200"/>
                <a:ext cx="245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20" name="Google Shape;20;p2"/>
            <p:cNvGrpSpPr/>
            <p:nvPr/>
          </p:nvGrpSpPr>
          <p:grpSpPr>
            <a:xfrm rot="5400000">
              <a:off x="7960343" y="-506792"/>
              <a:ext cx="1056125" cy="760525"/>
              <a:chOff x="205979" y="426100"/>
              <a:chExt cx="1056125" cy="760525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1167904" y="42610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 rot="-5400000">
                <a:off x="2059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3" name="Google Shape;23;p2"/>
              <p:cNvCxnSpPr>
                <a:stCxn id="21" idx="2"/>
                <a:endCxn id="22" idx="6"/>
              </p:cNvCxnSpPr>
              <p:nvPr/>
            </p:nvCxnSpPr>
            <p:spPr>
              <a:xfrm flipH="1">
                <a:off x="253204" y="473200"/>
                <a:ext cx="914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</p:grpSp>
      <p:sp>
        <p:nvSpPr>
          <p:cNvPr id="24" name="Google Shape;24;p2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 txBox="1"/>
          <p:nvPr>
            <p:ph type="title"/>
          </p:nvPr>
        </p:nvSpPr>
        <p:spPr>
          <a:xfrm>
            <a:off x="3943554" y="2844675"/>
            <a:ext cx="4239900" cy="7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" name="Google Shape;28;p3"/>
          <p:cNvSpPr txBox="1"/>
          <p:nvPr>
            <p:ph hasCustomPrompt="1" idx="2" type="title"/>
          </p:nvPr>
        </p:nvSpPr>
        <p:spPr>
          <a:xfrm>
            <a:off x="6920454" y="1538325"/>
            <a:ext cx="1263000" cy="1124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9" name="Google Shape;29;p3"/>
          <p:cNvGrpSpPr/>
          <p:nvPr/>
        </p:nvGrpSpPr>
        <p:grpSpPr>
          <a:xfrm>
            <a:off x="6880762" y="192600"/>
            <a:ext cx="2074012" cy="4455276"/>
            <a:chOff x="6880762" y="192600"/>
            <a:chExt cx="2074012" cy="4455276"/>
          </a:xfrm>
        </p:grpSpPr>
        <p:grpSp>
          <p:nvGrpSpPr>
            <p:cNvPr id="30" name="Google Shape;30;p3"/>
            <p:cNvGrpSpPr/>
            <p:nvPr/>
          </p:nvGrpSpPr>
          <p:grpSpPr>
            <a:xfrm rot="5400000">
              <a:off x="7080232" y="-6870"/>
              <a:ext cx="759736" cy="1158675"/>
              <a:chOff x="121368" y="180350"/>
              <a:chExt cx="759736" cy="1158675"/>
            </a:xfrm>
          </p:grpSpPr>
          <p:sp>
            <p:nvSpPr>
              <p:cNvPr id="31" name="Google Shape;31;p3"/>
              <p:cNvSpPr/>
              <p:nvPr/>
            </p:nvSpPr>
            <p:spPr>
              <a:xfrm>
                <a:off x="786904" y="18035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3"/>
              <p:cNvSpPr/>
              <p:nvPr/>
            </p:nvSpPr>
            <p:spPr>
              <a:xfrm rot="-5400000">
                <a:off x="121368" y="1244825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3" name="Google Shape;33;p3"/>
              <p:cNvCxnSpPr>
                <a:stCxn id="31" idx="2"/>
                <a:endCxn id="32" idx="4"/>
              </p:cNvCxnSpPr>
              <p:nvPr/>
            </p:nvCxnSpPr>
            <p:spPr>
              <a:xfrm flipH="1">
                <a:off x="215704" y="227450"/>
                <a:ext cx="571200" cy="1064400"/>
              </a:xfrm>
              <a:prstGeom prst="bentConnector3">
                <a:avLst>
                  <a:gd fmla="val 50012" name="adj1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34" name="Google Shape;34;p3"/>
            <p:cNvGrpSpPr/>
            <p:nvPr/>
          </p:nvGrpSpPr>
          <p:grpSpPr>
            <a:xfrm>
              <a:off x="8567765" y="3887351"/>
              <a:ext cx="387009" cy="760525"/>
              <a:chOff x="510779" y="426100"/>
              <a:chExt cx="387009" cy="760525"/>
            </a:xfrm>
          </p:grpSpPr>
          <p:sp>
            <p:nvSpPr>
              <p:cNvPr id="35" name="Google Shape;35;p3"/>
              <p:cNvSpPr/>
              <p:nvPr/>
            </p:nvSpPr>
            <p:spPr>
              <a:xfrm>
                <a:off x="803589" y="426100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 rot="-5400000">
                <a:off x="5107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7" name="Google Shape;37;p3"/>
              <p:cNvCxnSpPr>
                <a:stCxn id="35" idx="2"/>
                <a:endCxn id="36" idx="6"/>
              </p:cNvCxnSpPr>
              <p:nvPr/>
            </p:nvCxnSpPr>
            <p:spPr>
              <a:xfrm flipH="1">
                <a:off x="557889" y="473200"/>
                <a:ext cx="245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" type="body"/>
          </p:nvPr>
        </p:nvSpPr>
        <p:spPr>
          <a:xfrm>
            <a:off x="720000" y="1123750"/>
            <a:ext cx="7704000" cy="3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42" name="Google Shape;42;p4"/>
          <p:cNvGrpSpPr/>
          <p:nvPr/>
        </p:nvGrpSpPr>
        <p:grpSpPr>
          <a:xfrm>
            <a:off x="-578657" y="-149767"/>
            <a:ext cx="9536804" cy="4843667"/>
            <a:chOff x="-578657" y="-149767"/>
            <a:chExt cx="9536804" cy="4843667"/>
          </a:xfrm>
        </p:grpSpPr>
        <p:grpSp>
          <p:nvGrpSpPr>
            <p:cNvPr id="43" name="Google Shape;43;p4"/>
            <p:cNvGrpSpPr/>
            <p:nvPr/>
          </p:nvGrpSpPr>
          <p:grpSpPr>
            <a:xfrm>
              <a:off x="8571137" y="3933376"/>
              <a:ext cx="387009" cy="760525"/>
              <a:chOff x="510779" y="426100"/>
              <a:chExt cx="387009" cy="760525"/>
            </a:xfrm>
          </p:grpSpPr>
          <p:sp>
            <p:nvSpPr>
              <p:cNvPr id="44" name="Google Shape;44;p4"/>
              <p:cNvSpPr/>
              <p:nvPr/>
            </p:nvSpPr>
            <p:spPr>
              <a:xfrm>
                <a:off x="803589" y="426100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" name="Google Shape;45;p4"/>
              <p:cNvSpPr/>
              <p:nvPr/>
            </p:nvSpPr>
            <p:spPr>
              <a:xfrm rot="-5400000">
                <a:off x="5107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6" name="Google Shape;46;p4"/>
              <p:cNvCxnSpPr>
                <a:stCxn id="44" idx="2"/>
                <a:endCxn id="45" idx="6"/>
              </p:cNvCxnSpPr>
              <p:nvPr/>
            </p:nvCxnSpPr>
            <p:spPr>
              <a:xfrm flipH="1">
                <a:off x="557889" y="473200"/>
                <a:ext cx="245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47" name="Google Shape;47;p4"/>
            <p:cNvGrpSpPr/>
            <p:nvPr/>
          </p:nvGrpSpPr>
          <p:grpSpPr>
            <a:xfrm rot="5400000">
              <a:off x="-726457" y="-1967"/>
              <a:ext cx="1056125" cy="760525"/>
              <a:chOff x="205979" y="426100"/>
              <a:chExt cx="1056125" cy="760525"/>
            </a:xfrm>
          </p:grpSpPr>
          <p:sp>
            <p:nvSpPr>
              <p:cNvPr id="48" name="Google Shape;48;p4"/>
              <p:cNvSpPr/>
              <p:nvPr/>
            </p:nvSpPr>
            <p:spPr>
              <a:xfrm>
                <a:off x="1167904" y="42610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4"/>
              <p:cNvSpPr/>
              <p:nvPr/>
            </p:nvSpPr>
            <p:spPr>
              <a:xfrm rot="-5400000">
                <a:off x="2059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50" name="Google Shape;50;p4"/>
              <p:cNvCxnSpPr>
                <a:stCxn id="48" idx="2"/>
                <a:endCxn id="49" idx="6"/>
              </p:cNvCxnSpPr>
              <p:nvPr/>
            </p:nvCxnSpPr>
            <p:spPr>
              <a:xfrm flipH="1">
                <a:off x="253204" y="473200"/>
                <a:ext cx="914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5"/>
          <p:cNvGrpSpPr/>
          <p:nvPr/>
        </p:nvGrpSpPr>
        <p:grpSpPr>
          <a:xfrm>
            <a:off x="71268" y="83158"/>
            <a:ext cx="8886879" cy="4882268"/>
            <a:chOff x="71268" y="83158"/>
            <a:chExt cx="8886879" cy="4882268"/>
          </a:xfrm>
        </p:grpSpPr>
        <p:grpSp>
          <p:nvGrpSpPr>
            <p:cNvPr id="53" name="Google Shape;53;p5"/>
            <p:cNvGrpSpPr/>
            <p:nvPr/>
          </p:nvGrpSpPr>
          <p:grpSpPr>
            <a:xfrm flipH="1" rot="5400000">
              <a:off x="7726218" y="4006221"/>
              <a:ext cx="759736" cy="1158675"/>
              <a:chOff x="121368" y="180350"/>
              <a:chExt cx="759736" cy="1158675"/>
            </a:xfrm>
          </p:grpSpPr>
          <p:sp>
            <p:nvSpPr>
              <p:cNvPr id="54" name="Google Shape;54;p5"/>
              <p:cNvSpPr/>
              <p:nvPr/>
            </p:nvSpPr>
            <p:spPr>
              <a:xfrm>
                <a:off x="786904" y="18035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5"/>
              <p:cNvSpPr/>
              <p:nvPr/>
            </p:nvSpPr>
            <p:spPr>
              <a:xfrm rot="-5400000">
                <a:off x="121368" y="1244825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56" name="Google Shape;56;p5"/>
              <p:cNvCxnSpPr>
                <a:stCxn id="54" idx="2"/>
                <a:endCxn id="55" idx="4"/>
              </p:cNvCxnSpPr>
              <p:nvPr/>
            </p:nvCxnSpPr>
            <p:spPr>
              <a:xfrm flipH="1">
                <a:off x="215704" y="227450"/>
                <a:ext cx="571200" cy="1064400"/>
              </a:xfrm>
              <a:prstGeom prst="bentConnector3">
                <a:avLst>
                  <a:gd fmla="val 50012" name="adj1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57" name="Google Shape;57;p5"/>
            <p:cNvGrpSpPr/>
            <p:nvPr/>
          </p:nvGrpSpPr>
          <p:grpSpPr>
            <a:xfrm>
              <a:off x="8571137" y="843676"/>
              <a:ext cx="387009" cy="760525"/>
              <a:chOff x="510779" y="426100"/>
              <a:chExt cx="387009" cy="760525"/>
            </a:xfrm>
          </p:grpSpPr>
          <p:sp>
            <p:nvSpPr>
              <p:cNvPr id="58" name="Google Shape;58;p5"/>
              <p:cNvSpPr/>
              <p:nvPr/>
            </p:nvSpPr>
            <p:spPr>
              <a:xfrm>
                <a:off x="803589" y="426100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5"/>
              <p:cNvSpPr/>
              <p:nvPr/>
            </p:nvSpPr>
            <p:spPr>
              <a:xfrm rot="-5400000">
                <a:off x="5107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60" name="Google Shape;60;p5"/>
              <p:cNvCxnSpPr>
                <a:stCxn id="58" idx="2"/>
                <a:endCxn id="59" idx="6"/>
              </p:cNvCxnSpPr>
              <p:nvPr/>
            </p:nvCxnSpPr>
            <p:spPr>
              <a:xfrm flipH="1">
                <a:off x="557889" y="473200"/>
                <a:ext cx="245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61" name="Google Shape;61;p5"/>
            <p:cNvGrpSpPr/>
            <p:nvPr/>
          </p:nvGrpSpPr>
          <p:grpSpPr>
            <a:xfrm>
              <a:off x="71268" y="83158"/>
              <a:ext cx="1056125" cy="760525"/>
              <a:chOff x="205979" y="426100"/>
              <a:chExt cx="1056125" cy="760525"/>
            </a:xfrm>
          </p:grpSpPr>
          <p:sp>
            <p:nvSpPr>
              <p:cNvPr id="62" name="Google Shape;62;p5"/>
              <p:cNvSpPr/>
              <p:nvPr/>
            </p:nvSpPr>
            <p:spPr>
              <a:xfrm>
                <a:off x="1167904" y="42610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5"/>
              <p:cNvSpPr/>
              <p:nvPr/>
            </p:nvSpPr>
            <p:spPr>
              <a:xfrm rot="-5400000">
                <a:off x="2059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64" name="Google Shape;64;p5"/>
              <p:cNvCxnSpPr>
                <a:stCxn id="62" idx="2"/>
                <a:endCxn id="63" idx="6"/>
              </p:cNvCxnSpPr>
              <p:nvPr/>
            </p:nvCxnSpPr>
            <p:spPr>
              <a:xfrm flipH="1">
                <a:off x="253204" y="473200"/>
                <a:ext cx="914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</p:grpSp>
      <p:sp>
        <p:nvSpPr>
          <p:cNvPr id="65" name="Google Shape;65;p5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" name="Google Shape;67;p5"/>
          <p:cNvSpPr txBox="1"/>
          <p:nvPr>
            <p:ph idx="1" type="subTitle"/>
          </p:nvPr>
        </p:nvSpPr>
        <p:spPr>
          <a:xfrm>
            <a:off x="4975299" y="2678924"/>
            <a:ext cx="2877600" cy="14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8" name="Google Shape;68;p5"/>
          <p:cNvSpPr txBox="1"/>
          <p:nvPr>
            <p:ph idx="2" type="subTitle"/>
          </p:nvPr>
        </p:nvSpPr>
        <p:spPr>
          <a:xfrm>
            <a:off x="1291099" y="2678924"/>
            <a:ext cx="2877600" cy="14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9" name="Google Shape;69;p5"/>
          <p:cNvSpPr txBox="1"/>
          <p:nvPr>
            <p:ph idx="3" type="subTitle"/>
          </p:nvPr>
        </p:nvSpPr>
        <p:spPr>
          <a:xfrm>
            <a:off x="1291099" y="2286555"/>
            <a:ext cx="2877600" cy="51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70" name="Google Shape;70;p5"/>
          <p:cNvSpPr txBox="1"/>
          <p:nvPr>
            <p:ph idx="4" type="subTitle"/>
          </p:nvPr>
        </p:nvSpPr>
        <p:spPr>
          <a:xfrm>
            <a:off x="4975301" y="2286555"/>
            <a:ext cx="2877600" cy="51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4" name="Google Shape;74;p6"/>
          <p:cNvGrpSpPr/>
          <p:nvPr/>
        </p:nvGrpSpPr>
        <p:grpSpPr>
          <a:xfrm>
            <a:off x="-888382" y="184053"/>
            <a:ext cx="9861904" cy="4616105"/>
            <a:chOff x="-888382" y="184053"/>
            <a:chExt cx="9861904" cy="4616105"/>
          </a:xfrm>
        </p:grpSpPr>
        <p:grpSp>
          <p:nvGrpSpPr>
            <p:cNvPr id="75" name="Google Shape;75;p6"/>
            <p:cNvGrpSpPr/>
            <p:nvPr/>
          </p:nvGrpSpPr>
          <p:grpSpPr>
            <a:xfrm>
              <a:off x="-888382" y="278264"/>
              <a:ext cx="9861904" cy="4521895"/>
              <a:chOff x="-888382" y="278264"/>
              <a:chExt cx="9861904" cy="4521895"/>
            </a:xfrm>
          </p:grpSpPr>
          <p:grpSp>
            <p:nvGrpSpPr>
              <p:cNvPr id="76" name="Google Shape;76;p6"/>
              <p:cNvGrpSpPr/>
              <p:nvPr/>
            </p:nvGrpSpPr>
            <p:grpSpPr>
              <a:xfrm flipH="1" rot="10800000">
                <a:off x="8586512" y="2761751"/>
                <a:ext cx="387009" cy="760525"/>
                <a:chOff x="510779" y="426100"/>
                <a:chExt cx="387009" cy="760525"/>
              </a:xfrm>
            </p:grpSpPr>
            <p:sp>
              <p:nvSpPr>
                <p:cNvPr id="77" name="Google Shape;77;p6"/>
                <p:cNvSpPr/>
                <p:nvPr/>
              </p:nvSpPr>
              <p:spPr>
                <a:xfrm>
                  <a:off x="803589" y="426100"/>
                  <a:ext cx="94200" cy="94200"/>
                </a:xfrm>
                <a:prstGeom prst="ellipse">
                  <a:avLst/>
                </a:prstGeom>
                <a:noFill/>
                <a:ln>
                  <a:noFill/>
                </a:ln>
                <a:effectLst>
                  <a:outerShdw blurRad="57150" rotWithShape="0" algn="bl" dir="5400000" dist="19050">
                    <a:schemeClr val="accent4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" name="Google Shape;78;p6"/>
                <p:cNvSpPr/>
                <p:nvPr/>
              </p:nvSpPr>
              <p:spPr>
                <a:xfrm rot="-5400000">
                  <a:off x="510779" y="1092425"/>
                  <a:ext cx="94200" cy="942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chemeClr val="accent4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79" name="Google Shape;79;p6"/>
                <p:cNvCxnSpPr>
                  <a:stCxn id="77" idx="2"/>
                  <a:endCxn id="78" idx="6"/>
                </p:cNvCxnSpPr>
                <p:nvPr/>
              </p:nvCxnSpPr>
              <p:spPr>
                <a:xfrm flipH="1">
                  <a:off x="557889" y="473200"/>
                  <a:ext cx="245700" cy="619200"/>
                </a:xfrm>
                <a:prstGeom prst="bentConnector2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57150" rotWithShape="0" algn="bl" dir="5400000" dist="19050">
                    <a:schemeClr val="accent4">
                      <a:alpha val="50000"/>
                    </a:schemeClr>
                  </a:outerShdw>
                </a:effectLst>
              </p:spPr>
            </p:cxnSp>
          </p:grpSp>
          <p:grpSp>
            <p:nvGrpSpPr>
              <p:cNvPr id="80" name="Google Shape;80;p6"/>
              <p:cNvGrpSpPr/>
              <p:nvPr/>
            </p:nvGrpSpPr>
            <p:grpSpPr>
              <a:xfrm rot="10800000">
                <a:off x="-888382" y="4039633"/>
                <a:ext cx="1056125" cy="760525"/>
                <a:chOff x="205979" y="426100"/>
                <a:chExt cx="1056125" cy="760525"/>
              </a:xfrm>
            </p:grpSpPr>
            <p:sp>
              <p:nvSpPr>
                <p:cNvPr id="81" name="Google Shape;81;p6"/>
                <p:cNvSpPr/>
                <p:nvPr/>
              </p:nvSpPr>
              <p:spPr>
                <a:xfrm>
                  <a:off x="1167904" y="426100"/>
                  <a:ext cx="94200" cy="942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chemeClr val="accent4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" name="Google Shape;82;p6"/>
                <p:cNvSpPr/>
                <p:nvPr/>
              </p:nvSpPr>
              <p:spPr>
                <a:xfrm rot="-5400000">
                  <a:off x="205979" y="1092425"/>
                  <a:ext cx="94200" cy="942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chemeClr val="accent4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83" name="Google Shape;83;p6"/>
                <p:cNvCxnSpPr>
                  <a:stCxn id="81" idx="2"/>
                  <a:endCxn id="82" idx="6"/>
                </p:cNvCxnSpPr>
                <p:nvPr/>
              </p:nvCxnSpPr>
              <p:spPr>
                <a:xfrm flipH="1">
                  <a:off x="253204" y="473200"/>
                  <a:ext cx="914700" cy="619200"/>
                </a:xfrm>
                <a:prstGeom prst="bentConnector2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57150" rotWithShape="0" algn="bl" dir="5400000" dist="19050">
                    <a:schemeClr val="accent4">
                      <a:alpha val="50000"/>
                    </a:schemeClr>
                  </a:outerShdw>
                </a:effectLst>
              </p:spPr>
            </p:cxnSp>
          </p:grpSp>
          <p:cxnSp>
            <p:nvCxnSpPr>
              <p:cNvPr id="84" name="Google Shape;84;p6"/>
              <p:cNvCxnSpPr/>
              <p:nvPr/>
            </p:nvCxnSpPr>
            <p:spPr>
              <a:xfrm rot="-5400000">
                <a:off x="773124" y="19514"/>
                <a:ext cx="546900" cy="1064400"/>
              </a:xfrm>
              <a:prstGeom prst="bentConnector3">
                <a:avLst>
                  <a:gd fmla="val 53349" name="adj1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85" name="Google Shape;85;p6"/>
            <p:cNvGrpSpPr/>
            <p:nvPr/>
          </p:nvGrpSpPr>
          <p:grpSpPr>
            <a:xfrm>
              <a:off x="467274" y="184053"/>
              <a:ext cx="1158675" cy="735311"/>
              <a:chOff x="467274" y="184053"/>
              <a:chExt cx="1158675" cy="735311"/>
            </a:xfrm>
          </p:grpSpPr>
          <p:sp>
            <p:nvSpPr>
              <p:cNvPr id="86" name="Google Shape;86;p6"/>
              <p:cNvSpPr/>
              <p:nvPr/>
            </p:nvSpPr>
            <p:spPr>
              <a:xfrm flipH="1" rot="-5400000">
                <a:off x="467274" y="825164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6"/>
              <p:cNvSpPr/>
              <p:nvPr/>
            </p:nvSpPr>
            <p:spPr>
              <a:xfrm flipH="1">
                <a:off x="1531749" y="184053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"/>
          <p:cNvSpPr txBox="1"/>
          <p:nvPr>
            <p:ph type="title"/>
          </p:nvPr>
        </p:nvSpPr>
        <p:spPr>
          <a:xfrm>
            <a:off x="713225" y="1076350"/>
            <a:ext cx="4697100" cy="6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" name="Google Shape;91;p7"/>
          <p:cNvSpPr txBox="1"/>
          <p:nvPr>
            <p:ph idx="1" type="subTitle"/>
          </p:nvPr>
        </p:nvSpPr>
        <p:spPr>
          <a:xfrm>
            <a:off x="713225" y="1904150"/>
            <a:ext cx="4697100" cy="21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92" name="Google Shape;92;p7"/>
          <p:cNvSpPr/>
          <p:nvPr>
            <p:ph idx="2" type="pic"/>
          </p:nvPr>
        </p:nvSpPr>
        <p:spPr>
          <a:xfrm>
            <a:off x="5643775" y="1177350"/>
            <a:ext cx="2787000" cy="27888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93" name="Google Shape;93;p7"/>
          <p:cNvGrpSpPr/>
          <p:nvPr/>
        </p:nvGrpSpPr>
        <p:grpSpPr>
          <a:xfrm>
            <a:off x="235568" y="185821"/>
            <a:ext cx="8727474" cy="5305338"/>
            <a:chOff x="235568" y="185821"/>
            <a:chExt cx="8727474" cy="5305338"/>
          </a:xfrm>
        </p:grpSpPr>
        <p:grpSp>
          <p:nvGrpSpPr>
            <p:cNvPr id="94" name="Google Shape;94;p7"/>
            <p:cNvGrpSpPr/>
            <p:nvPr/>
          </p:nvGrpSpPr>
          <p:grpSpPr>
            <a:xfrm rot="10800000">
              <a:off x="8203306" y="3571946"/>
              <a:ext cx="759736" cy="1158675"/>
              <a:chOff x="121368" y="180350"/>
              <a:chExt cx="759736" cy="1158675"/>
            </a:xfrm>
          </p:grpSpPr>
          <p:sp>
            <p:nvSpPr>
              <p:cNvPr id="95" name="Google Shape;95;p7"/>
              <p:cNvSpPr/>
              <p:nvPr/>
            </p:nvSpPr>
            <p:spPr>
              <a:xfrm>
                <a:off x="786904" y="18035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7"/>
              <p:cNvSpPr/>
              <p:nvPr/>
            </p:nvSpPr>
            <p:spPr>
              <a:xfrm rot="-5400000">
                <a:off x="121368" y="1244825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97" name="Google Shape;97;p7"/>
              <p:cNvCxnSpPr>
                <a:stCxn id="95" idx="2"/>
                <a:endCxn id="96" idx="4"/>
              </p:cNvCxnSpPr>
              <p:nvPr/>
            </p:nvCxnSpPr>
            <p:spPr>
              <a:xfrm flipH="1">
                <a:off x="215704" y="227450"/>
                <a:ext cx="571200" cy="1064400"/>
              </a:xfrm>
              <a:prstGeom prst="bentConnector3">
                <a:avLst>
                  <a:gd fmla="val 50012" name="adj1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98" name="Google Shape;98;p7"/>
            <p:cNvGrpSpPr/>
            <p:nvPr/>
          </p:nvGrpSpPr>
          <p:grpSpPr>
            <a:xfrm rot="-5400000">
              <a:off x="3005712" y="-937"/>
              <a:ext cx="387009" cy="760525"/>
              <a:chOff x="510779" y="426100"/>
              <a:chExt cx="387009" cy="760525"/>
            </a:xfrm>
          </p:grpSpPr>
          <p:sp>
            <p:nvSpPr>
              <p:cNvPr id="99" name="Google Shape;99;p7"/>
              <p:cNvSpPr/>
              <p:nvPr/>
            </p:nvSpPr>
            <p:spPr>
              <a:xfrm>
                <a:off x="803589" y="426100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7"/>
              <p:cNvSpPr/>
              <p:nvPr/>
            </p:nvSpPr>
            <p:spPr>
              <a:xfrm rot="-5400000">
                <a:off x="5107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1" name="Google Shape;101;p7"/>
              <p:cNvCxnSpPr>
                <a:stCxn id="99" idx="2"/>
                <a:endCxn id="100" idx="6"/>
              </p:cNvCxnSpPr>
              <p:nvPr/>
            </p:nvCxnSpPr>
            <p:spPr>
              <a:xfrm flipH="1">
                <a:off x="557889" y="473200"/>
                <a:ext cx="245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102" name="Google Shape;102;p7"/>
            <p:cNvGrpSpPr/>
            <p:nvPr/>
          </p:nvGrpSpPr>
          <p:grpSpPr>
            <a:xfrm flipH="1" rot="10800000">
              <a:off x="235568" y="4730633"/>
              <a:ext cx="1056125" cy="760525"/>
              <a:chOff x="205979" y="426100"/>
              <a:chExt cx="1056125" cy="760525"/>
            </a:xfrm>
          </p:grpSpPr>
          <p:sp>
            <p:nvSpPr>
              <p:cNvPr id="103" name="Google Shape;103;p7"/>
              <p:cNvSpPr/>
              <p:nvPr/>
            </p:nvSpPr>
            <p:spPr>
              <a:xfrm>
                <a:off x="1167904" y="42610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7"/>
              <p:cNvSpPr/>
              <p:nvPr/>
            </p:nvSpPr>
            <p:spPr>
              <a:xfrm rot="-5400000">
                <a:off x="2059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5" name="Google Shape;105;p7"/>
              <p:cNvCxnSpPr>
                <a:stCxn id="103" idx="2"/>
                <a:endCxn id="104" idx="6"/>
              </p:cNvCxnSpPr>
              <p:nvPr/>
            </p:nvCxnSpPr>
            <p:spPr>
              <a:xfrm flipH="1">
                <a:off x="253204" y="473200"/>
                <a:ext cx="914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09" name="Google Shape;109;p8"/>
          <p:cNvGrpSpPr/>
          <p:nvPr/>
        </p:nvGrpSpPr>
        <p:grpSpPr>
          <a:xfrm>
            <a:off x="227156" y="192600"/>
            <a:ext cx="8727618" cy="5467518"/>
            <a:chOff x="227156" y="192600"/>
            <a:chExt cx="8727618" cy="5467518"/>
          </a:xfrm>
        </p:grpSpPr>
        <p:grpSp>
          <p:nvGrpSpPr>
            <p:cNvPr id="110" name="Google Shape;110;p8"/>
            <p:cNvGrpSpPr/>
            <p:nvPr/>
          </p:nvGrpSpPr>
          <p:grpSpPr>
            <a:xfrm rot="5400000">
              <a:off x="7080232" y="-6870"/>
              <a:ext cx="759736" cy="1158675"/>
              <a:chOff x="121368" y="180350"/>
              <a:chExt cx="759736" cy="1158675"/>
            </a:xfrm>
          </p:grpSpPr>
          <p:sp>
            <p:nvSpPr>
              <p:cNvPr id="111" name="Google Shape;111;p8"/>
              <p:cNvSpPr/>
              <p:nvPr/>
            </p:nvSpPr>
            <p:spPr>
              <a:xfrm>
                <a:off x="786904" y="18035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8"/>
              <p:cNvSpPr/>
              <p:nvPr/>
            </p:nvSpPr>
            <p:spPr>
              <a:xfrm rot="-5400000">
                <a:off x="121368" y="1244825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3" name="Google Shape;113;p8"/>
              <p:cNvCxnSpPr>
                <a:stCxn id="111" idx="2"/>
                <a:endCxn id="112" idx="4"/>
              </p:cNvCxnSpPr>
              <p:nvPr/>
            </p:nvCxnSpPr>
            <p:spPr>
              <a:xfrm flipH="1">
                <a:off x="215704" y="227450"/>
                <a:ext cx="571200" cy="1064400"/>
              </a:xfrm>
              <a:prstGeom prst="bentConnector3">
                <a:avLst>
                  <a:gd fmla="val 50012" name="adj1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114" name="Google Shape;114;p8"/>
            <p:cNvGrpSpPr/>
            <p:nvPr/>
          </p:nvGrpSpPr>
          <p:grpSpPr>
            <a:xfrm>
              <a:off x="8567765" y="3887351"/>
              <a:ext cx="387009" cy="760525"/>
              <a:chOff x="510779" y="426100"/>
              <a:chExt cx="387009" cy="760525"/>
            </a:xfrm>
          </p:grpSpPr>
          <p:sp>
            <p:nvSpPr>
              <p:cNvPr id="115" name="Google Shape;115;p8"/>
              <p:cNvSpPr/>
              <p:nvPr/>
            </p:nvSpPr>
            <p:spPr>
              <a:xfrm>
                <a:off x="803589" y="426100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5400000">
                <a:off x="5107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7" name="Google Shape;117;p8"/>
              <p:cNvCxnSpPr>
                <a:stCxn id="115" idx="2"/>
                <a:endCxn id="116" idx="6"/>
              </p:cNvCxnSpPr>
              <p:nvPr/>
            </p:nvCxnSpPr>
            <p:spPr>
              <a:xfrm flipH="1">
                <a:off x="557889" y="473200"/>
                <a:ext cx="245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118" name="Google Shape;118;p8"/>
            <p:cNvGrpSpPr/>
            <p:nvPr/>
          </p:nvGrpSpPr>
          <p:grpSpPr>
            <a:xfrm rot="-5400000">
              <a:off x="79356" y="4751793"/>
              <a:ext cx="1056125" cy="760525"/>
              <a:chOff x="205979" y="426100"/>
              <a:chExt cx="1056125" cy="760525"/>
            </a:xfrm>
          </p:grpSpPr>
          <p:sp>
            <p:nvSpPr>
              <p:cNvPr id="119" name="Google Shape;119;p8"/>
              <p:cNvSpPr/>
              <p:nvPr/>
            </p:nvSpPr>
            <p:spPr>
              <a:xfrm>
                <a:off x="1167904" y="42610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-5400000">
                <a:off x="2059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21" name="Google Shape;121;p8"/>
              <p:cNvCxnSpPr>
                <a:stCxn id="119" idx="2"/>
                <a:endCxn id="120" idx="6"/>
              </p:cNvCxnSpPr>
              <p:nvPr/>
            </p:nvCxnSpPr>
            <p:spPr>
              <a:xfrm flipH="1">
                <a:off x="253204" y="473200"/>
                <a:ext cx="914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" name="Google Shape;124;p9"/>
          <p:cNvGrpSpPr/>
          <p:nvPr/>
        </p:nvGrpSpPr>
        <p:grpSpPr>
          <a:xfrm>
            <a:off x="582687" y="101246"/>
            <a:ext cx="8459006" cy="4854034"/>
            <a:chOff x="582687" y="101246"/>
            <a:chExt cx="8459006" cy="4854034"/>
          </a:xfrm>
        </p:grpSpPr>
        <p:grpSp>
          <p:nvGrpSpPr>
            <p:cNvPr id="125" name="Google Shape;125;p9"/>
            <p:cNvGrpSpPr/>
            <p:nvPr/>
          </p:nvGrpSpPr>
          <p:grpSpPr>
            <a:xfrm rot="-5400000">
              <a:off x="782157" y="3996058"/>
              <a:ext cx="759736" cy="1158675"/>
              <a:chOff x="121368" y="180350"/>
              <a:chExt cx="759736" cy="1158675"/>
            </a:xfrm>
          </p:grpSpPr>
          <p:sp>
            <p:nvSpPr>
              <p:cNvPr id="126" name="Google Shape;126;p9"/>
              <p:cNvSpPr/>
              <p:nvPr/>
            </p:nvSpPr>
            <p:spPr>
              <a:xfrm>
                <a:off x="786904" y="18035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9"/>
              <p:cNvSpPr/>
              <p:nvPr/>
            </p:nvSpPr>
            <p:spPr>
              <a:xfrm rot="-5400000">
                <a:off x="121368" y="1244825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28" name="Google Shape;128;p9"/>
              <p:cNvCxnSpPr>
                <a:stCxn id="126" idx="2"/>
                <a:endCxn id="127" idx="4"/>
              </p:cNvCxnSpPr>
              <p:nvPr/>
            </p:nvCxnSpPr>
            <p:spPr>
              <a:xfrm flipH="1">
                <a:off x="215704" y="227450"/>
                <a:ext cx="571200" cy="1064400"/>
              </a:xfrm>
              <a:prstGeom prst="bentConnector3">
                <a:avLst>
                  <a:gd fmla="val 50012" name="adj1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129" name="Google Shape;129;p9"/>
            <p:cNvGrpSpPr/>
            <p:nvPr/>
          </p:nvGrpSpPr>
          <p:grpSpPr>
            <a:xfrm flipH="1" rot="-5400000">
              <a:off x="7951465" y="4381513"/>
              <a:ext cx="387009" cy="760525"/>
              <a:chOff x="510779" y="426100"/>
              <a:chExt cx="387009" cy="760525"/>
            </a:xfrm>
          </p:grpSpPr>
          <p:sp>
            <p:nvSpPr>
              <p:cNvPr id="130" name="Google Shape;130;p9"/>
              <p:cNvSpPr/>
              <p:nvPr/>
            </p:nvSpPr>
            <p:spPr>
              <a:xfrm>
                <a:off x="803589" y="426100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9"/>
              <p:cNvSpPr/>
              <p:nvPr/>
            </p:nvSpPr>
            <p:spPr>
              <a:xfrm rot="-5400000">
                <a:off x="5107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32" name="Google Shape;132;p9"/>
              <p:cNvCxnSpPr>
                <a:stCxn id="130" idx="2"/>
                <a:endCxn id="131" idx="6"/>
              </p:cNvCxnSpPr>
              <p:nvPr/>
            </p:nvCxnSpPr>
            <p:spPr>
              <a:xfrm flipH="1">
                <a:off x="557889" y="473200"/>
                <a:ext cx="245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133" name="Google Shape;133;p9"/>
            <p:cNvGrpSpPr/>
            <p:nvPr/>
          </p:nvGrpSpPr>
          <p:grpSpPr>
            <a:xfrm flipH="1">
              <a:off x="7985568" y="101246"/>
              <a:ext cx="1056125" cy="760525"/>
              <a:chOff x="205979" y="426100"/>
              <a:chExt cx="1056125" cy="760525"/>
            </a:xfrm>
          </p:grpSpPr>
          <p:sp>
            <p:nvSpPr>
              <p:cNvPr id="134" name="Google Shape;134;p9"/>
              <p:cNvSpPr/>
              <p:nvPr/>
            </p:nvSpPr>
            <p:spPr>
              <a:xfrm>
                <a:off x="1167904" y="42610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9"/>
              <p:cNvSpPr/>
              <p:nvPr/>
            </p:nvSpPr>
            <p:spPr>
              <a:xfrm rot="-5400000">
                <a:off x="2059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36" name="Google Shape;136;p9"/>
              <p:cNvCxnSpPr>
                <a:stCxn id="134" idx="2"/>
                <a:endCxn id="135" idx="6"/>
              </p:cNvCxnSpPr>
              <p:nvPr/>
            </p:nvCxnSpPr>
            <p:spPr>
              <a:xfrm flipH="1">
                <a:off x="253204" y="473200"/>
                <a:ext cx="914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</p:grpSp>
      <p:sp>
        <p:nvSpPr>
          <p:cNvPr id="137" name="Google Shape;137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8" name="Google Shape;138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/>
          <p:nvPr>
            <p:ph idx="2" type="pic"/>
          </p:nvPr>
        </p:nvSpPr>
        <p:spPr>
          <a:xfrm>
            <a:off x="-15325" y="-13525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1"/>
          <p:cNvSpPr txBox="1"/>
          <p:nvPr>
            <p:ph hasCustomPrompt="1" type="title"/>
          </p:nvPr>
        </p:nvSpPr>
        <p:spPr>
          <a:xfrm>
            <a:off x="1294500" y="3277975"/>
            <a:ext cx="6555000" cy="98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45" name="Google Shape;145;p11"/>
          <p:cNvSpPr txBox="1"/>
          <p:nvPr>
            <p:ph idx="1" type="subTitle"/>
          </p:nvPr>
        </p:nvSpPr>
        <p:spPr>
          <a:xfrm>
            <a:off x="1294500" y="4216801"/>
            <a:ext cx="6555000" cy="3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46" name="Google Shape;146;p11"/>
          <p:cNvGrpSpPr/>
          <p:nvPr/>
        </p:nvGrpSpPr>
        <p:grpSpPr>
          <a:xfrm>
            <a:off x="-578657" y="185808"/>
            <a:ext cx="9538811" cy="4598863"/>
            <a:chOff x="-578657" y="185808"/>
            <a:chExt cx="9538811" cy="4598863"/>
          </a:xfrm>
        </p:grpSpPr>
        <p:grpSp>
          <p:nvGrpSpPr>
            <p:cNvPr id="147" name="Google Shape;147;p11"/>
            <p:cNvGrpSpPr/>
            <p:nvPr/>
          </p:nvGrpSpPr>
          <p:grpSpPr>
            <a:xfrm rot="10800000">
              <a:off x="8200418" y="3625996"/>
              <a:ext cx="759736" cy="1158675"/>
              <a:chOff x="121368" y="180350"/>
              <a:chExt cx="759736" cy="1158675"/>
            </a:xfrm>
          </p:grpSpPr>
          <p:sp>
            <p:nvSpPr>
              <p:cNvPr id="148" name="Google Shape;148;p11"/>
              <p:cNvSpPr/>
              <p:nvPr/>
            </p:nvSpPr>
            <p:spPr>
              <a:xfrm>
                <a:off x="786904" y="18035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11"/>
              <p:cNvSpPr/>
              <p:nvPr/>
            </p:nvSpPr>
            <p:spPr>
              <a:xfrm rot="-5400000">
                <a:off x="121368" y="1244825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50" name="Google Shape;150;p11"/>
              <p:cNvCxnSpPr>
                <a:stCxn id="148" idx="2"/>
                <a:endCxn id="149" idx="4"/>
              </p:cNvCxnSpPr>
              <p:nvPr/>
            </p:nvCxnSpPr>
            <p:spPr>
              <a:xfrm flipH="1">
                <a:off x="215704" y="227450"/>
                <a:ext cx="571200" cy="1064400"/>
              </a:xfrm>
              <a:prstGeom prst="bentConnector3">
                <a:avLst>
                  <a:gd fmla="val 50012" name="adj1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151" name="Google Shape;151;p11"/>
            <p:cNvGrpSpPr/>
            <p:nvPr/>
          </p:nvGrpSpPr>
          <p:grpSpPr>
            <a:xfrm rot="-5400000">
              <a:off x="1969862" y="-949"/>
              <a:ext cx="387009" cy="760525"/>
              <a:chOff x="510779" y="426100"/>
              <a:chExt cx="387009" cy="760525"/>
            </a:xfrm>
          </p:grpSpPr>
          <p:sp>
            <p:nvSpPr>
              <p:cNvPr id="152" name="Google Shape;152;p11"/>
              <p:cNvSpPr/>
              <p:nvPr/>
            </p:nvSpPr>
            <p:spPr>
              <a:xfrm>
                <a:off x="803589" y="426100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rot="-5400000">
                <a:off x="5107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54" name="Google Shape;154;p11"/>
              <p:cNvCxnSpPr>
                <a:stCxn id="152" idx="2"/>
                <a:endCxn id="153" idx="6"/>
              </p:cNvCxnSpPr>
              <p:nvPr/>
            </p:nvCxnSpPr>
            <p:spPr>
              <a:xfrm flipH="1">
                <a:off x="557889" y="473200"/>
                <a:ext cx="245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155" name="Google Shape;155;p11"/>
            <p:cNvGrpSpPr/>
            <p:nvPr/>
          </p:nvGrpSpPr>
          <p:grpSpPr>
            <a:xfrm rot="5400000">
              <a:off x="-726457" y="2321783"/>
              <a:ext cx="1056125" cy="760525"/>
              <a:chOff x="205979" y="426100"/>
              <a:chExt cx="1056125" cy="760525"/>
            </a:xfrm>
          </p:grpSpPr>
          <p:sp>
            <p:nvSpPr>
              <p:cNvPr id="156" name="Google Shape;156;p11"/>
              <p:cNvSpPr/>
              <p:nvPr/>
            </p:nvSpPr>
            <p:spPr>
              <a:xfrm>
                <a:off x="1167904" y="42610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rot="-5400000">
                <a:off x="2059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58" name="Google Shape;158;p11"/>
              <p:cNvCxnSpPr>
                <a:stCxn id="156" idx="2"/>
                <a:endCxn id="157" idx="6"/>
              </p:cNvCxnSpPr>
              <p:nvPr/>
            </p:nvCxnSpPr>
            <p:spPr>
              <a:xfrm flipH="1">
                <a:off x="253204" y="473200"/>
                <a:ext cx="914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6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3" name="Google Shape;163;p13"/>
          <p:cNvSpPr txBox="1"/>
          <p:nvPr>
            <p:ph hasCustomPrompt="1" idx="2" type="title"/>
          </p:nvPr>
        </p:nvSpPr>
        <p:spPr>
          <a:xfrm>
            <a:off x="1614363" y="1670098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4" name="Google Shape;164;p13"/>
          <p:cNvSpPr txBox="1"/>
          <p:nvPr>
            <p:ph hasCustomPrompt="1" idx="3" type="title"/>
          </p:nvPr>
        </p:nvSpPr>
        <p:spPr>
          <a:xfrm>
            <a:off x="1614363" y="3179728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5" name="Google Shape;165;p13"/>
          <p:cNvSpPr txBox="1"/>
          <p:nvPr>
            <p:ph hasCustomPrompt="1" idx="4" type="title"/>
          </p:nvPr>
        </p:nvSpPr>
        <p:spPr>
          <a:xfrm>
            <a:off x="4204638" y="1670098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6" name="Google Shape;166;p13"/>
          <p:cNvSpPr txBox="1"/>
          <p:nvPr>
            <p:ph hasCustomPrompt="1" idx="5" type="title"/>
          </p:nvPr>
        </p:nvSpPr>
        <p:spPr>
          <a:xfrm>
            <a:off x="4204638" y="3179728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7" name="Google Shape;167;p13"/>
          <p:cNvSpPr txBox="1"/>
          <p:nvPr>
            <p:ph hasCustomPrompt="1" idx="6" type="title"/>
          </p:nvPr>
        </p:nvSpPr>
        <p:spPr>
          <a:xfrm>
            <a:off x="6794913" y="1670098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8" name="Google Shape;168;p13"/>
          <p:cNvSpPr txBox="1"/>
          <p:nvPr>
            <p:ph hasCustomPrompt="1" idx="7" type="title"/>
          </p:nvPr>
        </p:nvSpPr>
        <p:spPr>
          <a:xfrm>
            <a:off x="6794913" y="3179728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9" name="Google Shape;169;p13"/>
          <p:cNvSpPr txBox="1"/>
          <p:nvPr>
            <p:ph idx="1" type="subTitle"/>
          </p:nvPr>
        </p:nvSpPr>
        <p:spPr>
          <a:xfrm>
            <a:off x="716613" y="2160125"/>
            <a:ext cx="25302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70" name="Google Shape;170;p13"/>
          <p:cNvSpPr txBox="1"/>
          <p:nvPr>
            <p:ph idx="8" type="subTitle"/>
          </p:nvPr>
        </p:nvSpPr>
        <p:spPr>
          <a:xfrm>
            <a:off x="3306900" y="2160125"/>
            <a:ext cx="25302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71" name="Google Shape;171;p13"/>
          <p:cNvSpPr txBox="1"/>
          <p:nvPr>
            <p:ph idx="9" type="subTitle"/>
          </p:nvPr>
        </p:nvSpPr>
        <p:spPr>
          <a:xfrm>
            <a:off x="5897188" y="2160125"/>
            <a:ext cx="25302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72" name="Google Shape;172;p13"/>
          <p:cNvSpPr txBox="1"/>
          <p:nvPr>
            <p:ph idx="13" type="subTitle"/>
          </p:nvPr>
        </p:nvSpPr>
        <p:spPr>
          <a:xfrm>
            <a:off x="716613" y="3669800"/>
            <a:ext cx="25302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73" name="Google Shape;173;p13"/>
          <p:cNvSpPr txBox="1"/>
          <p:nvPr>
            <p:ph idx="14" type="subTitle"/>
          </p:nvPr>
        </p:nvSpPr>
        <p:spPr>
          <a:xfrm>
            <a:off x="3306900" y="3669800"/>
            <a:ext cx="25302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74" name="Google Shape;174;p13"/>
          <p:cNvSpPr txBox="1"/>
          <p:nvPr>
            <p:ph idx="15" type="subTitle"/>
          </p:nvPr>
        </p:nvSpPr>
        <p:spPr>
          <a:xfrm>
            <a:off x="5897188" y="3669800"/>
            <a:ext cx="25302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grpSp>
        <p:nvGrpSpPr>
          <p:cNvPr id="175" name="Google Shape;175;p13"/>
          <p:cNvGrpSpPr/>
          <p:nvPr/>
        </p:nvGrpSpPr>
        <p:grpSpPr>
          <a:xfrm>
            <a:off x="180368" y="-654592"/>
            <a:ext cx="8688299" cy="5618409"/>
            <a:chOff x="180368" y="-654592"/>
            <a:chExt cx="8688299" cy="5618409"/>
          </a:xfrm>
        </p:grpSpPr>
        <p:grpSp>
          <p:nvGrpSpPr>
            <p:cNvPr id="176" name="Google Shape;176;p13"/>
            <p:cNvGrpSpPr/>
            <p:nvPr/>
          </p:nvGrpSpPr>
          <p:grpSpPr>
            <a:xfrm>
              <a:off x="180368" y="444646"/>
              <a:ext cx="759736" cy="1158675"/>
              <a:chOff x="121368" y="180350"/>
              <a:chExt cx="759736" cy="1158675"/>
            </a:xfrm>
          </p:grpSpPr>
          <p:sp>
            <p:nvSpPr>
              <p:cNvPr id="177" name="Google Shape;177;p13"/>
              <p:cNvSpPr/>
              <p:nvPr/>
            </p:nvSpPr>
            <p:spPr>
              <a:xfrm>
                <a:off x="786904" y="18035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13"/>
              <p:cNvSpPr/>
              <p:nvPr/>
            </p:nvSpPr>
            <p:spPr>
              <a:xfrm rot="-5400000">
                <a:off x="121368" y="1244825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79" name="Google Shape;179;p13"/>
              <p:cNvCxnSpPr>
                <a:stCxn id="177" idx="2"/>
                <a:endCxn id="178" idx="4"/>
              </p:cNvCxnSpPr>
              <p:nvPr/>
            </p:nvCxnSpPr>
            <p:spPr>
              <a:xfrm flipH="1">
                <a:off x="215704" y="227450"/>
                <a:ext cx="571200" cy="1064400"/>
              </a:xfrm>
              <a:prstGeom prst="bentConnector3">
                <a:avLst>
                  <a:gd fmla="val 50012" name="adj1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180" name="Google Shape;180;p13"/>
            <p:cNvGrpSpPr/>
            <p:nvPr/>
          </p:nvGrpSpPr>
          <p:grpSpPr>
            <a:xfrm rot="5400000">
              <a:off x="4160612" y="4390051"/>
              <a:ext cx="387009" cy="760525"/>
              <a:chOff x="510779" y="426100"/>
              <a:chExt cx="387009" cy="760525"/>
            </a:xfrm>
          </p:grpSpPr>
          <p:sp>
            <p:nvSpPr>
              <p:cNvPr id="181" name="Google Shape;181;p13"/>
              <p:cNvSpPr/>
              <p:nvPr/>
            </p:nvSpPr>
            <p:spPr>
              <a:xfrm>
                <a:off x="803589" y="426100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3"/>
              <p:cNvSpPr/>
              <p:nvPr/>
            </p:nvSpPr>
            <p:spPr>
              <a:xfrm rot="-5400000">
                <a:off x="5107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83" name="Google Shape;183;p13"/>
              <p:cNvCxnSpPr>
                <a:stCxn id="181" idx="2"/>
                <a:endCxn id="182" idx="6"/>
              </p:cNvCxnSpPr>
              <p:nvPr/>
            </p:nvCxnSpPr>
            <p:spPr>
              <a:xfrm flipH="1">
                <a:off x="557889" y="473200"/>
                <a:ext cx="245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184" name="Google Shape;184;p13"/>
            <p:cNvGrpSpPr/>
            <p:nvPr/>
          </p:nvGrpSpPr>
          <p:grpSpPr>
            <a:xfrm rot="5400000">
              <a:off x="7960343" y="-506792"/>
              <a:ext cx="1056125" cy="760525"/>
              <a:chOff x="205979" y="426100"/>
              <a:chExt cx="1056125" cy="760525"/>
            </a:xfrm>
          </p:grpSpPr>
          <p:sp>
            <p:nvSpPr>
              <p:cNvPr id="185" name="Google Shape;185;p13"/>
              <p:cNvSpPr/>
              <p:nvPr/>
            </p:nvSpPr>
            <p:spPr>
              <a:xfrm>
                <a:off x="1167904" y="42610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3"/>
              <p:cNvSpPr/>
              <p:nvPr/>
            </p:nvSpPr>
            <p:spPr>
              <a:xfrm rot="-5400000">
                <a:off x="2059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87" name="Google Shape;187;p13"/>
              <p:cNvCxnSpPr>
                <a:stCxn id="185" idx="2"/>
                <a:endCxn id="186" idx="6"/>
              </p:cNvCxnSpPr>
              <p:nvPr/>
            </p:nvCxnSpPr>
            <p:spPr>
              <a:xfrm flipH="1">
                <a:off x="253204" y="473200"/>
                <a:ext cx="914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14"/>
          <p:cNvGrpSpPr/>
          <p:nvPr/>
        </p:nvGrpSpPr>
        <p:grpSpPr>
          <a:xfrm>
            <a:off x="184437" y="1116851"/>
            <a:ext cx="8879656" cy="4143645"/>
            <a:chOff x="184437" y="1116851"/>
            <a:chExt cx="8879656" cy="4143645"/>
          </a:xfrm>
        </p:grpSpPr>
        <p:grpSp>
          <p:nvGrpSpPr>
            <p:cNvPr id="190" name="Google Shape;190;p14"/>
            <p:cNvGrpSpPr/>
            <p:nvPr/>
          </p:nvGrpSpPr>
          <p:grpSpPr>
            <a:xfrm flipH="1">
              <a:off x="184437" y="1116851"/>
              <a:ext cx="387009" cy="760525"/>
              <a:chOff x="510779" y="426100"/>
              <a:chExt cx="387009" cy="760525"/>
            </a:xfrm>
          </p:grpSpPr>
          <p:sp>
            <p:nvSpPr>
              <p:cNvPr id="191" name="Google Shape;191;p14"/>
              <p:cNvSpPr/>
              <p:nvPr/>
            </p:nvSpPr>
            <p:spPr>
              <a:xfrm>
                <a:off x="803589" y="426100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4"/>
              <p:cNvSpPr/>
              <p:nvPr/>
            </p:nvSpPr>
            <p:spPr>
              <a:xfrm rot="-5400000">
                <a:off x="5107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93" name="Google Shape;193;p14"/>
              <p:cNvCxnSpPr>
                <a:stCxn id="191" idx="2"/>
                <a:endCxn id="192" idx="6"/>
              </p:cNvCxnSpPr>
              <p:nvPr/>
            </p:nvCxnSpPr>
            <p:spPr>
              <a:xfrm flipH="1">
                <a:off x="557889" y="473200"/>
                <a:ext cx="245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194" name="Google Shape;194;p14"/>
            <p:cNvGrpSpPr/>
            <p:nvPr/>
          </p:nvGrpSpPr>
          <p:grpSpPr>
            <a:xfrm rot="10800000">
              <a:off x="8007968" y="4499971"/>
              <a:ext cx="1056125" cy="760525"/>
              <a:chOff x="205979" y="426100"/>
              <a:chExt cx="1056125" cy="760525"/>
            </a:xfrm>
          </p:grpSpPr>
          <p:sp>
            <p:nvSpPr>
              <p:cNvPr id="195" name="Google Shape;195;p14"/>
              <p:cNvSpPr/>
              <p:nvPr/>
            </p:nvSpPr>
            <p:spPr>
              <a:xfrm>
                <a:off x="1167904" y="42610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4"/>
              <p:cNvSpPr/>
              <p:nvPr/>
            </p:nvSpPr>
            <p:spPr>
              <a:xfrm rot="-5400000">
                <a:off x="2059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97" name="Google Shape;197;p14"/>
              <p:cNvCxnSpPr>
                <a:stCxn id="195" idx="2"/>
                <a:endCxn id="196" idx="6"/>
              </p:cNvCxnSpPr>
              <p:nvPr/>
            </p:nvCxnSpPr>
            <p:spPr>
              <a:xfrm flipH="1">
                <a:off x="253204" y="473200"/>
                <a:ext cx="914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</p:grpSp>
      <p:sp>
        <p:nvSpPr>
          <p:cNvPr id="198" name="Google Shape;198;p14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2" name="Google Shape;202;p15"/>
          <p:cNvGrpSpPr/>
          <p:nvPr/>
        </p:nvGrpSpPr>
        <p:grpSpPr>
          <a:xfrm>
            <a:off x="76736" y="-149322"/>
            <a:ext cx="9271435" cy="5858955"/>
            <a:chOff x="76736" y="-149322"/>
            <a:chExt cx="9271435" cy="5858955"/>
          </a:xfrm>
        </p:grpSpPr>
        <p:grpSp>
          <p:nvGrpSpPr>
            <p:cNvPr id="203" name="Google Shape;203;p15"/>
            <p:cNvGrpSpPr/>
            <p:nvPr/>
          </p:nvGrpSpPr>
          <p:grpSpPr>
            <a:xfrm flipH="1" rot="10800000">
              <a:off x="8961162" y="225451"/>
              <a:ext cx="387009" cy="760525"/>
              <a:chOff x="885429" y="1886125"/>
              <a:chExt cx="387009" cy="760525"/>
            </a:xfrm>
          </p:grpSpPr>
          <p:sp>
            <p:nvSpPr>
              <p:cNvPr id="204" name="Google Shape;204;p15"/>
              <p:cNvSpPr/>
              <p:nvPr/>
            </p:nvSpPr>
            <p:spPr>
              <a:xfrm flipH="1" rot="10800000">
                <a:off x="1178239" y="2552450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5"/>
              <p:cNvSpPr/>
              <p:nvPr/>
            </p:nvSpPr>
            <p:spPr>
              <a:xfrm flipH="1" rot="-5400000">
                <a:off x="885429" y="18861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06" name="Google Shape;206;p15"/>
              <p:cNvCxnSpPr>
                <a:stCxn id="204" idx="2"/>
                <a:endCxn id="205" idx="6"/>
              </p:cNvCxnSpPr>
              <p:nvPr/>
            </p:nvCxnSpPr>
            <p:spPr>
              <a:xfrm rot="10800000">
                <a:off x="932539" y="1980350"/>
                <a:ext cx="245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207" name="Google Shape;207;p15"/>
            <p:cNvGrpSpPr/>
            <p:nvPr/>
          </p:nvGrpSpPr>
          <p:grpSpPr>
            <a:xfrm>
              <a:off x="4002155" y="4949108"/>
              <a:ext cx="1056125" cy="760525"/>
              <a:chOff x="205979" y="426100"/>
              <a:chExt cx="1056125" cy="760525"/>
            </a:xfrm>
          </p:grpSpPr>
          <p:sp>
            <p:nvSpPr>
              <p:cNvPr id="208" name="Google Shape;208;p15"/>
              <p:cNvSpPr/>
              <p:nvPr/>
            </p:nvSpPr>
            <p:spPr>
              <a:xfrm>
                <a:off x="1167904" y="42610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15"/>
              <p:cNvSpPr/>
              <p:nvPr/>
            </p:nvSpPr>
            <p:spPr>
              <a:xfrm rot="-5400000">
                <a:off x="2059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10" name="Google Shape;210;p15"/>
              <p:cNvCxnSpPr>
                <a:stCxn id="208" idx="2"/>
                <a:endCxn id="209" idx="6"/>
              </p:cNvCxnSpPr>
              <p:nvPr/>
            </p:nvCxnSpPr>
            <p:spPr>
              <a:xfrm flipH="1">
                <a:off x="253204" y="473200"/>
                <a:ext cx="914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211" name="Google Shape;211;p15"/>
            <p:cNvGrpSpPr/>
            <p:nvPr/>
          </p:nvGrpSpPr>
          <p:grpSpPr>
            <a:xfrm>
              <a:off x="76736" y="-149322"/>
              <a:ext cx="1158675" cy="735311"/>
              <a:chOff x="76736" y="-149322"/>
              <a:chExt cx="1158675" cy="735311"/>
            </a:xfrm>
          </p:grpSpPr>
          <p:grpSp>
            <p:nvGrpSpPr>
              <p:cNvPr id="212" name="Google Shape;212;p15"/>
              <p:cNvGrpSpPr/>
              <p:nvPr/>
            </p:nvGrpSpPr>
            <p:grpSpPr>
              <a:xfrm>
                <a:off x="76736" y="-149322"/>
                <a:ext cx="1158675" cy="735311"/>
                <a:chOff x="467274" y="184053"/>
                <a:chExt cx="1158675" cy="735311"/>
              </a:xfrm>
            </p:grpSpPr>
            <p:sp>
              <p:nvSpPr>
                <p:cNvPr id="213" name="Google Shape;213;p15"/>
                <p:cNvSpPr/>
                <p:nvPr/>
              </p:nvSpPr>
              <p:spPr>
                <a:xfrm flipH="1" rot="-5400000">
                  <a:off x="467274" y="825164"/>
                  <a:ext cx="94200" cy="942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chemeClr val="accent4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" name="Google Shape;214;p15"/>
                <p:cNvSpPr/>
                <p:nvPr/>
              </p:nvSpPr>
              <p:spPr>
                <a:xfrm flipH="1">
                  <a:off x="1531749" y="184053"/>
                  <a:ext cx="94200" cy="94200"/>
                </a:xfrm>
                <a:prstGeom prst="ellipse">
                  <a:avLst/>
                </a:prstGeom>
                <a:noFill/>
                <a:ln>
                  <a:noFill/>
                </a:ln>
                <a:effectLst>
                  <a:outerShdw blurRad="57150" rotWithShape="0" algn="bl" dir="5400000" dist="19050">
                    <a:schemeClr val="accent4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215" name="Google Shape;215;p15"/>
              <p:cNvCxnSpPr/>
              <p:nvPr/>
            </p:nvCxnSpPr>
            <p:spPr>
              <a:xfrm flipH="1" rot="10800000">
                <a:off x="123836" y="-55111"/>
                <a:ext cx="1064400" cy="546900"/>
              </a:xfrm>
              <a:prstGeom prst="bentConnector3">
                <a:avLst>
                  <a:gd fmla="val -2" name="adj1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</p:grpSp>
      <p:sp>
        <p:nvSpPr>
          <p:cNvPr id="216" name="Google Shape;216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2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16"/>
          <p:cNvGrpSpPr/>
          <p:nvPr/>
        </p:nvGrpSpPr>
        <p:grpSpPr>
          <a:xfrm>
            <a:off x="94268" y="-194354"/>
            <a:ext cx="8869274" cy="4986588"/>
            <a:chOff x="94268" y="-194354"/>
            <a:chExt cx="8869274" cy="4986588"/>
          </a:xfrm>
        </p:grpSpPr>
        <p:grpSp>
          <p:nvGrpSpPr>
            <p:cNvPr id="219" name="Google Shape;219;p16"/>
            <p:cNvGrpSpPr/>
            <p:nvPr/>
          </p:nvGrpSpPr>
          <p:grpSpPr>
            <a:xfrm rot="10800000">
              <a:off x="8203807" y="3633558"/>
              <a:ext cx="759736" cy="1158675"/>
              <a:chOff x="121368" y="180350"/>
              <a:chExt cx="759736" cy="1158675"/>
            </a:xfrm>
          </p:grpSpPr>
          <p:sp>
            <p:nvSpPr>
              <p:cNvPr id="220" name="Google Shape;220;p16"/>
              <p:cNvSpPr/>
              <p:nvPr/>
            </p:nvSpPr>
            <p:spPr>
              <a:xfrm>
                <a:off x="786904" y="18035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6"/>
              <p:cNvSpPr/>
              <p:nvPr/>
            </p:nvSpPr>
            <p:spPr>
              <a:xfrm rot="-5400000">
                <a:off x="121368" y="1244825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22" name="Google Shape;222;p16"/>
              <p:cNvCxnSpPr>
                <a:stCxn id="220" idx="2"/>
                <a:endCxn id="221" idx="4"/>
              </p:cNvCxnSpPr>
              <p:nvPr/>
            </p:nvCxnSpPr>
            <p:spPr>
              <a:xfrm flipH="1">
                <a:off x="215704" y="227450"/>
                <a:ext cx="571200" cy="1064400"/>
              </a:xfrm>
              <a:prstGeom prst="bentConnector3">
                <a:avLst>
                  <a:gd fmla="val 50012" name="adj1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223" name="Google Shape;223;p16"/>
            <p:cNvGrpSpPr/>
            <p:nvPr/>
          </p:nvGrpSpPr>
          <p:grpSpPr>
            <a:xfrm flipH="1">
              <a:off x="184365" y="3291363"/>
              <a:ext cx="387009" cy="760525"/>
              <a:chOff x="510779" y="426100"/>
              <a:chExt cx="387009" cy="760525"/>
            </a:xfrm>
          </p:grpSpPr>
          <p:sp>
            <p:nvSpPr>
              <p:cNvPr id="224" name="Google Shape;224;p16"/>
              <p:cNvSpPr/>
              <p:nvPr/>
            </p:nvSpPr>
            <p:spPr>
              <a:xfrm>
                <a:off x="803589" y="426100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6"/>
              <p:cNvSpPr/>
              <p:nvPr/>
            </p:nvSpPr>
            <p:spPr>
              <a:xfrm rot="-5400000">
                <a:off x="5107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26" name="Google Shape;226;p16"/>
              <p:cNvCxnSpPr>
                <a:stCxn id="224" idx="2"/>
                <a:endCxn id="225" idx="6"/>
              </p:cNvCxnSpPr>
              <p:nvPr/>
            </p:nvCxnSpPr>
            <p:spPr>
              <a:xfrm flipH="1">
                <a:off x="557889" y="473200"/>
                <a:ext cx="245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227" name="Google Shape;227;p16"/>
            <p:cNvGrpSpPr/>
            <p:nvPr/>
          </p:nvGrpSpPr>
          <p:grpSpPr>
            <a:xfrm flipH="1" rot="-5400000">
              <a:off x="-53532" y="-46554"/>
              <a:ext cx="1056125" cy="760525"/>
              <a:chOff x="205979" y="426100"/>
              <a:chExt cx="1056125" cy="760525"/>
            </a:xfrm>
          </p:grpSpPr>
          <p:sp>
            <p:nvSpPr>
              <p:cNvPr id="228" name="Google Shape;228;p16"/>
              <p:cNvSpPr/>
              <p:nvPr/>
            </p:nvSpPr>
            <p:spPr>
              <a:xfrm>
                <a:off x="1167904" y="42610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16"/>
              <p:cNvSpPr/>
              <p:nvPr/>
            </p:nvSpPr>
            <p:spPr>
              <a:xfrm rot="-5400000">
                <a:off x="2059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30" name="Google Shape;230;p16"/>
              <p:cNvCxnSpPr>
                <a:stCxn id="228" idx="2"/>
                <a:endCxn id="229" idx="6"/>
              </p:cNvCxnSpPr>
              <p:nvPr/>
            </p:nvCxnSpPr>
            <p:spPr>
              <a:xfrm flipH="1">
                <a:off x="253204" y="473200"/>
                <a:ext cx="914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</p:grpSp>
      <p:sp>
        <p:nvSpPr>
          <p:cNvPr id="231" name="Google Shape;231;p16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6"/>
          <p:cNvSpPr txBox="1"/>
          <p:nvPr>
            <p:ph type="title"/>
          </p:nvPr>
        </p:nvSpPr>
        <p:spPr>
          <a:xfrm>
            <a:off x="717750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3" name="Google Shape;233;p16"/>
          <p:cNvSpPr txBox="1"/>
          <p:nvPr>
            <p:ph idx="1" type="subTitle"/>
          </p:nvPr>
        </p:nvSpPr>
        <p:spPr>
          <a:xfrm>
            <a:off x="713250" y="1017725"/>
            <a:ext cx="7717500" cy="10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3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7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37" name="Google Shape;237;p17"/>
          <p:cNvGrpSpPr/>
          <p:nvPr/>
        </p:nvGrpSpPr>
        <p:grpSpPr>
          <a:xfrm>
            <a:off x="582687" y="101246"/>
            <a:ext cx="8459006" cy="4854034"/>
            <a:chOff x="582687" y="101246"/>
            <a:chExt cx="8459006" cy="4854034"/>
          </a:xfrm>
        </p:grpSpPr>
        <p:grpSp>
          <p:nvGrpSpPr>
            <p:cNvPr id="238" name="Google Shape;238;p17"/>
            <p:cNvGrpSpPr/>
            <p:nvPr/>
          </p:nvGrpSpPr>
          <p:grpSpPr>
            <a:xfrm rot="-5400000">
              <a:off x="782157" y="3996058"/>
              <a:ext cx="759736" cy="1158675"/>
              <a:chOff x="121368" y="180350"/>
              <a:chExt cx="759736" cy="1158675"/>
            </a:xfrm>
          </p:grpSpPr>
          <p:sp>
            <p:nvSpPr>
              <p:cNvPr id="239" name="Google Shape;239;p17"/>
              <p:cNvSpPr/>
              <p:nvPr/>
            </p:nvSpPr>
            <p:spPr>
              <a:xfrm>
                <a:off x="786904" y="18035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17"/>
              <p:cNvSpPr/>
              <p:nvPr/>
            </p:nvSpPr>
            <p:spPr>
              <a:xfrm rot="-5400000">
                <a:off x="121368" y="1244825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41" name="Google Shape;241;p17"/>
              <p:cNvCxnSpPr>
                <a:stCxn id="239" idx="2"/>
                <a:endCxn id="240" idx="4"/>
              </p:cNvCxnSpPr>
              <p:nvPr/>
            </p:nvCxnSpPr>
            <p:spPr>
              <a:xfrm flipH="1">
                <a:off x="215704" y="227450"/>
                <a:ext cx="571200" cy="1064400"/>
              </a:xfrm>
              <a:prstGeom prst="bentConnector3">
                <a:avLst>
                  <a:gd fmla="val 61843" name="adj1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242" name="Google Shape;242;p17"/>
            <p:cNvGrpSpPr/>
            <p:nvPr/>
          </p:nvGrpSpPr>
          <p:grpSpPr>
            <a:xfrm flipH="1" rot="-5400000">
              <a:off x="7951465" y="4381513"/>
              <a:ext cx="387009" cy="760525"/>
              <a:chOff x="510779" y="426100"/>
              <a:chExt cx="387009" cy="760525"/>
            </a:xfrm>
          </p:grpSpPr>
          <p:sp>
            <p:nvSpPr>
              <p:cNvPr id="243" name="Google Shape;243;p17"/>
              <p:cNvSpPr/>
              <p:nvPr/>
            </p:nvSpPr>
            <p:spPr>
              <a:xfrm>
                <a:off x="803589" y="426100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17"/>
              <p:cNvSpPr/>
              <p:nvPr/>
            </p:nvSpPr>
            <p:spPr>
              <a:xfrm rot="-5400000">
                <a:off x="5107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45" name="Google Shape;245;p17"/>
              <p:cNvCxnSpPr>
                <a:stCxn id="243" idx="2"/>
                <a:endCxn id="244" idx="6"/>
              </p:cNvCxnSpPr>
              <p:nvPr/>
            </p:nvCxnSpPr>
            <p:spPr>
              <a:xfrm flipH="1">
                <a:off x="557889" y="473200"/>
                <a:ext cx="245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246" name="Google Shape;246;p17"/>
            <p:cNvGrpSpPr/>
            <p:nvPr/>
          </p:nvGrpSpPr>
          <p:grpSpPr>
            <a:xfrm flipH="1">
              <a:off x="7985568" y="101246"/>
              <a:ext cx="1056125" cy="760525"/>
              <a:chOff x="205979" y="426100"/>
              <a:chExt cx="1056125" cy="760525"/>
            </a:xfrm>
          </p:grpSpPr>
          <p:sp>
            <p:nvSpPr>
              <p:cNvPr id="247" name="Google Shape;247;p17"/>
              <p:cNvSpPr/>
              <p:nvPr/>
            </p:nvSpPr>
            <p:spPr>
              <a:xfrm>
                <a:off x="1167904" y="42610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7"/>
              <p:cNvSpPr/>
              <p:nvPr/>
            </p:nvSpPr>
            <p:spPr>
              <a:xfrm rot="-5400000">
                <a:off x="2059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49" name="Google Shape;249;p17"/>
              <p:cNvCxnSpPr>
                <a:stCxn id="247" idx="2"/>
                <a:endCxn id="248" idx="6"/>
              </p:cNvCxnSpPr>
              <p:nvPr/>
            </p:nvCxnSpPr>
            <p:spPr>
              <a:xfrm flipH="1">
                <a:off x="253204" y="473200"/>
                <a:ext cx="914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</p:grpSp>
      <p:sp>
        <p:nvSpPr>
          <p:cNvPr id="250" name="Google Shape;250;p17"/>
          <p:cNvSpPr txBox="1"/>
          <p:nvPr>
            <p:ph idx="1" type="subTitle"/>
          </p:nvPr>
        </p:nvSpPr>
        <p:spPr>
          <a:xfrm>
            <a:off x="713225" y="1017725"/>
            <a:ext cx="7717500" cy="19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p18"/>
          <p:cNvGrpSpPr/>
          <p:nvPr/>
        </p:nvGrpSpPr>
        <p:grpSpPr>
          <a:xfrm>
            <a:off x="179993" y="178678"/>
            <a:ext cx="9833329" cy="4343773"/>
            <a:chOff x="179993" y="178678"/>
            <a:chExt cx="9833329" cy="4343773"/>
          </a:xfrm>
        </p:grpSpPr>
        <p:grpSp>
          <p:nvGrpSpPr>
            <p:cNvPr id="253" name="Google Shape;253;p18"/>
            <p:cNvGrpSpPr/>
            <p:nvPr/>
          </p:nvGrpSpPr>
          <p:grpSpPr>
            <a:xfrm flipH="1">
              <a:off x="179993" y="3761926"/>
              <a:ext cx="387009" cy="760525"/>
              <a:chOff x="510779" y="426100"/>
              <a:chExt cx="387009" cy="760525"/>
            </a:xfrm>
          </p:grpSpPr>
          <p:sp>
            <p:nvSpPr>
              <p:cNvPr id="254" name="Google Shape;254;p18"/>
              <p:cNvSpPr/>
              <p:nvPr/>
            </p:nvSpPr>
            <p:spPr>
              <a:xfrm>
                <a:off x="803589" y="426100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18"/>
              <p:cNvSpPr/>
              <p:nvPr/>
            </p:nvSpPr>
            <p:spPr>
              <a:xfrm rot="-5400000">
                <a:off x="5107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56" name="Google Shape;256;p18"/>
              <p:cNvCxnSpPr>
                <a:stCxn id="254" idx="2"/>
                <a:endCxn id="255" idx="6"/>
              </p:cNvCxnSpPr>
              <p:nvPr/>
            </p:nvCxnSpPr>
            <p:spPr>
              <a:xfrm flipH="1">
                <a:off x="557889" y="473200"/>
                <a:ext cx="245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257" name="Google Shape;257;p18"/>
            <p:cNvGrpSpPr/>
            <p:nvPr/>
          </p:nvGrpSpPr>
          <p:grpSpPr>
            <a:xfrm flipH="1" rot="10800000">
              <a:off x="8957196" y="3172858"/>
              <a:ext cx="1056125" cy="760525"/>
              <a:chOff x="205979" y="426100"/>
              <a:chExt cx="1056125" cy="760525"/>
            </a:xfrm>
          </p:grpSpPr>
          <p:sp>
            <p:nvSpPr>
              <p:cNvPr id="258" name="Google Shape;258;p18"/>
              <p:cNvSpPr/>
              <p:nvPr/>
            </p:nvSpPr>
            <p:spPr>
              <a:xfrm>
                <a:off x="1167904" y="42610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18"/>
              <p:cNvSpPr/>
              <p:nvPr/>
            </p:nvSpPr>
            <p:spPr>
              <a:xfrm rot="-5400000">
                <a:off x="2059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60" name="Google Shape;260;p18"/>
              <p:cNvCxnSpPr>
                <a:stCxn id="258" idx="2"/>
                <a:endCxn id="259" idx="6"/>
              </p:cNvCxnSpPr>
              <p:nvPr/>
            </p:nvCxnSpPr>
            <p:spPr>
              <a:xfrm flipH="1">
                <a:off x="253204" y="473200"/>
                <a:ext cx="914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261" name="Google Shape;261;p18"/>
            <p:cNvGrpSpPr/>
            <p:nvPr/>
          </p:nvGrpSpPr>
          <p:grpSpPr>
            <a:xfrm flipH="1" rot="-5400000">
              <a:off x="599107" y="-20792"/>
              <a:ext cx="759736" cy="1158675"/>
              <a:chOff x="121368" y="180350"/>
              <a:chExt cx="759736" cy="1158675"/>
            </a:xfrm>
          </p:grpSpPr>
          <p:sp>
            <p:nvSpPr>
              <p:cNvPr id="262" name="Google Shape;262;p18"/>
              <p:cNvSpPr/>
              <p:nvPr/>
            </p:nvSpPr>
            <p:spPr>
              <a:xfrm>
                <a:off x="786904" y="18035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18"/>
              <p:cNvSpPr/>
              <p:nvPr/>
            </p:nvSpPr>
            <p:spPr>
              <a:xfrm rot="-5400000">
                <a:off x="121368" y="1244825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64" name="Google Shape;264;p18"/>
              <p:cNvCxnSpPr>
                <a:stCxn id="262" idx="2"/>
                <a:endCxn id="263" idx="4"/>
              </p:cNvCxnSpPr>
              <p:nvPr/>
            </p:nvCxnSpPr>
            <p:spPr>
              <a:xfrm flipH="1">
                <a:off x="215704" y="227450"/>
                <a:ext cx="571200" cy="1064400"/>
              </a:xfrm>
              <a:prstGeom prst="bentConnector3">
                <a:avLst>
                  <a:gd fmla="val 73882" name="adj1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</p:grpSp>
      <p:sp>
        <p:nvSpPr>
          <p:cNvPr id="265" name="Google Shape;265;p18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7" name="Google Shape;267;p18"/>
          <p:cNvSpPr txBox="1"/>
          <p:nvPr>
            <p:ph idx="1" type="subTitle"/>
          </p:nvPr>
        </p:nvSpPr>
        <p:spPr>
          <a:xfrm>
            <a:off x="4649848" y="1637700"/>
            <a:ext cx="3578100" cy="10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8" name="Google Shape;268;p18"/>
          <p:cNvSpPr txBox="1"/>
          <p:nvPr>
            <p:ph idx="2" type="subTitle"/>
          </p:nvPr>
        </p:nvSpPr>
        <p:spPr>
          <a:xfrm>
            <a:off x="916048" y="2551750"/>
            <a:ext cx="3578100" cy="10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9" name="Google Shape;269;p18"/>
          <p:cNvSpPr txBox="1"/>
          <p:nvPr>
            <p:ph idx="3" type="subTitle"/>
          </p:nvPr>
        </p:nvSpPr>
        <p:spPr>
          <a:xfrm>
            <a:off x="4649848" y="3465800"/>
            <a:ext cx="3578100" cy="10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0" name="Google Shape;270;p18"/>
          <p:cNvSpPr txBox="1"/>
          <p:nvPr>
            <p:ph idx="4" type="subTitle"/>
          </p:nvPr>
        </p:nvSpPr>
        <p:spPr>
          <a:xfrm>
            <a:off x="4649855" y="1267675"/>
            <a:ext cx="3578100" cy="48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71" name="Google Shape;271;p18"/>
          <p:cNvSpPr txBox="1"/>
          <p:nvPr>
            <p:ph idx="5" type="subTitle"/>
          </p:nvPr>
        </p:nvSpPr>
        <p:spPr>
          <a:xfrm>
            <a:off x="916045" y="2181725"/>
            <a:ext cx="3578100" cy="48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72" name="Google Shape;272;p18"/>
          <p:cNvSpPr txBox="1"/>
          <p:nvPr>
            <p:ph idx="6" type="subTitle"/>
          </p:nvPr>
        </p:nvSpPr>
        <p:spPr>
          <a:xfrm>
            <a:off x="4649848" y="3095775"/>
            <a:ext cx="3578100" cy="48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Google Shape;274;p19"/>
          <p:cNvGrpSpPr/>
          <p:nvPr/>
        </p:nvGrpSpPr>
        <p:grpSpPr>
          <a:xfrm>
            <a:off x="94268" y="-194354"/>
            <a:ext cx="8869031" cy="4992163"/>
            <a:chOff x="94268" y="-194354"/>
            <a:chExt cx="8869031" cy="4992163"/>
          </a:xfrm>
        </p:grpSpPr>
        <p:grpSp>
          <p:nvGrpSpPr>
            <p:cNvPr id="275" name="Google Shape;275;p19"/>
            <p:cNvGrpSpPr/>
            <p:nvPr/>
          </p:nvGrpSpPr>
          <p:grpSpPr>
            <a:xfrm flipH="1" rot="-5400000">
              <a:off x="-53532" y="-46554"/>
              <a:ext cx="1056125" cy="760525"/>
              <a:chOff x="205979" y="426100"/>
              <a:chExt cx="1056125" cy="760525"/>
            </a:xfrm>
          </p:grpSpPr>
          <p:sp>
            <p:nvSpPr>
              <p:cNvPr id="276" name="Google Shape;276;p19"/>
              <p:cNvSpPr/>
              <p:nvPr/>
            </p:nvSpPr>
            <p:spPr>
              <a:xfrm rot="-5400000">
                <a:off x="2059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19"/>
              <p:cNvSpPr/>
              <p:nvPr/>
            </p:nvSpPr>
            <p:spPr>
              <a:xfrm>
                <a:off x="1167904" y="42610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78" name="Google Shape;278;p19"/>
              <p:cNvCxnSpPr>
                <a:stCxn id="277" idx="2"/>
                <a:endCxn id="276" idx="6"/>
              </p:cNvCxnSpPr>
              <p:nvPr/>
            </p:nvCxnSpPr>
            <p:spPr>
              <a:xfrm flipH="1">
                <a:off x="253204" y="473200"/>
                <a:ext cx="914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279" name="Google Shape;279;p19"/>
            <p:cNvGrpSpPr/>
            <p:nvPr/>
          </p:nvGrpSpPr>
          <p:grpSpPr>
            <a:xfrm rot="10800000">
              <a:off x="8203557" y="3639133"/>
              <a:ext cx="759736" cy="1158675"/>
              <a:chOff x="121368" y="180350"/>
              <a:chExt cx="759736" cy="1158675"/>
            </a:xfrm>
          </p:grpSpPr>
          <p:sp>
            <p:nvSpPr>
              <p:cNvPr id="280" name="Google Shape;280;p19"/>
              <p:cNvSpPr/>
              <p:nvPr/>
            </p:nvSpPr>
            <p:spPr>
              <a:xfrm>
                <a:off x="786904" y="18035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81" name="Google Shape;281;p19"/>
              <p:cNvCxnSpPr>
                <a:stCxn id="280" idx="2"/>
                <a:endCxn id="282" idx="4"/>
              </p:cNvCxnSpPr>
              <p:nvPr/>
            </p:nvCxnSpPr>
            <p:spPr>
              <a:xfrm flipH="1">
                <a:off x="215704" y="227450"/>
                <a:ext cx="571200" cy="1064400"/>
              </a:xfrm>
              <a:prstGeom prst="bentConnector3">
                <a:avLst>
                  <a:gd fmla="val 50012" name="adj1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  <p:sp>
            <p:nvSpPr>
              <p:cNvPr id="282" name="Google Shape;282;p19"/>
              <p:cNvSpPr/>
              <p:nvPr/>
            </p:nvSpPr>
            <p:spPr>
              <a:xfrm rot="-5400000">
                <a:off x="121368" y="1244825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3" name="Google Shape;283;p19"/>
            <p:cNvGrpSpPr/>
            <p:nvPr/>
          </p:nvGrpSpPr>
          <p:grpSpPr>
            <a:xfrm flipH="1" rot="10800000">
              <a:off x="8576290" y="1278126"/>
              <a:ext cx="387009" cy="760525"/>
              <a:chOff x="510779" y="426100"/>
              <a:chExt cx="387009" cy="760525"/>
            </a:xfrm>
          </p:grpSpPr>
          <p:sp>
            <p:nvSpPr>
              <p:cNvPr id="284" name="Google Shape;284;p19"/>
              <p:cNvSpPr/>
              <p:nvPr/>
            </p:nvSpPr>
            <p:spPr>
              <a:xfrm rot="-5400000">
                <a:off x="5107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19"/>
              <p:cNvSpPr/>
              <p:nvPr/>
            </p:nvSpPr>
            <p:spPr>
              <a:xfrm>
                <a:off x="803589" y="426100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86" name="Google Shape;286;p19"/>
              <p:cNvCxnSpPr>
                <a:stCxn id="285" idx="2"/>
                <a:endCxn id="284" idx="6"/>
              </p:cNvCxnSpPr>
              <p:nvPr/>
            </p:nvCxnSpPr>
            <p:spPr>
              <a:xfrm flipH="1">
                <a:off x="557889" y="473200"/>
                <a:ext cx="245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</p:grpSp>
      <p:sp>
        <p:nvSpPr>
          <p:cNvPr id="287" name="Google Shape;287;p19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9" name="Google Shape;289;p19"/>
          <p:cNvSpPr txBox="1"/>
          <p:nvPr>
            <p:ph idx="1" type="subTitle"/>
          </p:nvPr>
        </p:nvSpPr>
        <p:spPr>
          <a:xfrm>
            <a:off x="1360375" y="1777475"/>
            <a:ext cx="3141600" cy="1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0" name="Google Shape;290;p19"/>
          <p:cNvSpPr txBox="1"/>
          <p:nvPr>
            <p:ph idx="2" type="subTitle"/>
          </p:nvPr>
        </p:nvSpPr>
        <p:spPr>
          <a:xfrm>
            <a:off x="5061949" y="1777475"/>
            <a:ext cx="3141600" cy="1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1" name="Google Shape;291;p19"/>
          <p:cNvSpPr txBox="1"/>
          <p:nvPr>
            <p:ph idx="3" type="subTitle"/>
          </p:nvPr>
        </p:nvSpPr>
        <p:spPr>
          <a:xfrm>
            <a:off x="1360375" y="3302075"/>
            <a:ext cx="3141600" cy="1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2" name="Google Shape;292;p19"/>
          <p:cNvSpPr txBox="1"/>
          <p:nvPr>
            <p:ph idx="4" type="subTitle"/>
          </p:nvPr>
        </p:nvSpPr>
        <p:spPr>
          <a:xfrm>
            <a:off x="5061949" y="3302075"/>
            <a:ext cx="3141600" cy="1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3" name="Google Shape;293;p19"/>
          <p:cNvSpPr txBox="1"/>
          <p:nvPr>
            <p:ph idx="5" type="subTitle"/>
          </p:nvPr>
        </p:nvSpPr>
        <p:spPr>
          <a:xfrm>
            <a:off x="1360376" y="1419750"/>
            <a:ext cx="3141600" cy="47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94" name="Google Shape;294;p19"/>
          <p:cNvSpPr txBox="1"/>
          <p:nvPr>
            <p:ph idx="6" type="subTitle"/>
          </p:nvPr>
        </p:nvSpPr>
        <p:spPr>
          <a:xfrm>
            <a:off x="1360376" y="2944375"/>
            <a:ext cx="3141600" cy="47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95" name="Google Shape;295;p19"/>
          <p:cNvSpPr txBox="1"/>
          <p:nvPr>
            <p:ph idx="7" type="subTitle"/>
          </p:nvPr>
        </p:nvSpPr>
        <p:spPr>
          <a:xfrm>
            <a:off x="5061919" y="1419750"/>
            <a:ext cx="3141600" cy="47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96" name="Google Shape;296;p19"/>
          <p:cNvSpPr txBox="1"/>
          <p:nvPr>
            <p:ph idx="8" type="subTitle"/>
          </p:nvPr>
        </p:nvSpPr>
        <p:spPr>
          <a:xfrm>
            <a:off x="5061919" y="2944375"/>
            <a:ext cx="3141600" cy="47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" name="Google Shape;298;p20"/>
          <p:cNvGrpSpPr/>
          <p:nvPr/>
        </p:nvGrpSpPr>
        <p:grpSpPr>
          <a:xfrm>
            <a:off x="182093" y="-130717"/>
            <a:ext cx="9535679" cy="4232467"/>
            <a:chOff x="182093" y="-130717"/>
            <a:chExt cx="9535679" cy="4232467"/>
          </a:xfrm>
        </p:grpSpPr>
        <p:grpSp>
          <p:nvGrpSpPr>
            <p:cNvPr id="299" name="Google Shape;299;p20"/>
            <p:cNvGrpSpPr/>
            <p:nvPr/>
          </p:nvGrpSpPr>
          <p:grpSpPr>
            <a:xfrm flipH="1">
              <a:off x="182093" y="3341226"/>
              <a:ext cx="387009" cy="760525"/>
              <a:chOff x="510779" y="426100"/>
              <a:chExt cx="387009" cy="760525"/>
            </a:xfrm>
          </p:grpSpPr>
          <p:sp>
            <p:nvSpPr>
              <p:cNvPr id="300" name="Google Shape;300;p20"/>
              <p:cNvSpPr/>
              <p:nvPr/>
            </p:nvSpPr>
            <p:spPr>
              <a:xfrm>
                <a:off x="803589" y="426100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20"/>
              <p:cNvSpPr/>
              <p:nvPr/>
            </p:nvSpPr>
            <p:spPr>
              <a:xfrm rot="-5400000">
                <a:off x="5107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02" name="Google Shape;302;p20"/>
              <p:cNvCxnSpPr>
                <a:stCxn id="300" idx="2"/>
                <a:endCxn id="301" idx="6"/>
              </p:cNvCxnSpPr>
              <p:nvPr/>
            </p:nvCxnSpPr>
            <p:spPr>
              <a:xfrm flipH="1">
                <a:off x="557889" y="473200"/>
                <a:ext cx="245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303" name="Google Shape;303;p20"/>
            <p:cNvGrpSpPr/>
            <p:nvPr/>
          </p:nvGrpSpPr>
          <p:grpSpPr>
            <a:xfrm flipH="1" rot="-5400000">
              <a:off x="8809446" y="17083"/>
              <a:ext cx="1056125" cy="760525"/>
              <a:chOff x="205979" y="426100"/>
              <a:chExt cx="1056125" cy="760525"/>
            </a:xfrm>
          </p:grpSpPr>
          <p:sp>
            <p:nvSpPr>
              <p:cNvPr id="304" name="Google Shape;304;p20"/>
              <p:cNvSpPr/>
              <p:nvPr/>
            </p:nvSpPr>
            <p:spPr>
              <a:xfrm>
                <a:off x="1167904" y="42610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20"/>
              <p:cNvSpPr/>
              <p:nvPr/>
            </p:nvSpPr>
            <p:spPr>
              <a:xfrm rot="-5400000">
                <a:off x="2059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06" name="Google Shape;306;p20"/>
              <p:cNvCxnSpPr>
                <a:stCxn id="304" idx="2"/>
                <a:endCxn id="305" idx="6"/>
              </p:cNvCxnSpPr>
              <p:nvPr/>
            </p:nvCxnSpPr>
            <p:spPr>
              <a:xfrm flipH="1">
                <a:off x="253204" y="473200"/>
                <a:ext cx="914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</p:grpSp>
      <p:sp>
        <p:nvSpPr>
          <p:cNvPr id="307" name="Google Shape;307;p20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9" name="Google Shape;309;p20"/>
          <p:cNvSpPr txBox="1"/>
          <p:nvPr>
            <p:ph idx="1" type="subTitle"/>
          </p:nvPr>
        </p:nvSpPr>
        <p:spPr>
          <a:xfrm>
            <a:off x="720412" y="1589275"/>
            <a:ext cx="3793800" cy="7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0" name="Google Shape;310;p20"/>
          <p:cNvSpPr txBox="1"/>
          <p:nvPr>
            <p:ph idx="2" type="subTitle"/>
          </p:nvPr>
        </p:nvSpPr>
        <p:spPr>
          <a:xfrm>
            <a:off x="720412" y="3901224"/>
            <a:ext cx="3793800" cy="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1" name="Google Shape;311;p20"/>
          <p:cNvSpPr txBox="1"/>
          <p:nvPr>
            <p:ph idx="3" type="subTitle"/>
          </p:nvPr>
        </p:nvSpPr>
        <p:spPr>
          <a:xfrm>
            <a:off x="720412" y="2745250"/>
            <a:ext cx="3793800" cy="7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2" name="Google Shape;312;p20"/>
          <p:cNvSpPr txBox="1"/>
          <p:nvPr>
            <p:ph idx="4" type="subTitle"/>
          </p:nvPr>
        </p:nvSpPr>
        <p:spPr>
          <a:xfrm>
            <a:off x="4629784" y="2745250"/>
            <a:ext cx="3793800" cy="7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3" name="Google Shape;313;p20"/>
          <p:cNvSpPr txBox="1"/>
          <p:nvPr>
            <p:ph idx="5" type="subTitle"/>
          </p:nvPr>
        </p:nvSpPr>
        <p:spPr>
          <a:xfrm>
            <a:off x="4629784" y="1589283"/>
            <a:ext cx="3793800" cy="7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4" name="Google Shape;314;p20"/>
          <p:cNvSpPr txBox="1"/>
          <p:nvPr>
            <p:ph idx="6" type="subTitle"/>
          </p:nvPr>
        </p:nvSpPr>
        <p:spPr>
          <a:xfrm>
            <a:off x="4629784" y="3903192"/>
            <a:ext cx="3793800" cy="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5" name="Google Shape;315;p20"/>
          <p:cNvSpPr txBox="1"/>
          <p:nvPr>
            <p:ph idx="7" type="subTitle"/>
          </p:nvPr>
        </p:nvSpPr>
        <p:spPr>
          <a:xfrm>
            <a:off x="720412" y="1238875"/>
            <a:ext cx="37938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316" name="Google Shape;316;p20"/>
          <p:cNvSpPr txBox="1"/>
          <p:nvPr>
            <p:ph idx="8" type="subTitle"/>
          </p:nvPr>
        </p:nvSpPr>
        <p:spPr>
          <a:xfrm>
            <a:off x="720412" y="3550850"/>
            <a:ext cx="37938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317" name="Google Shape;317;p20"/>
          <p:cNvSpPr txBox="1"/>
          <p:nvPr>
            <p:ph idx="9" type="subTitle"/>
          </p:nvPr>
        </p:nvSpPr>
        <p:spPr>
          <a:xfrm>
            <a:off x="4629788" y="1238875"/>
            <a:ext cx="37938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318" name="Google Shape;318;p20"/>
          <p:cNvSpPr txBox="1"/>
          <p:nvPr>
            <p:ph idx="13" type="subTitle"/>
          </p:nvPr>
        </p:nvSpPr>
        <p:spPr>
          <a:xfrm>
            <a:off x="720412" y="2394859"/>
            <a:ext cx="37938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319" name="Google Shape;319;p20"/>
          <p:cNvSpPr txBox="1"/>
          <p:nvPr>
            <p:ph idx="14" type="subTitle"/>
          </p:nvPr>
        </p:nvSpPr>
        <p:spPr>
          <a:xfrm>
            <a:off x="4629788" y="2394850"/>
            <a:ext cx="37938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320" name="Google Shape;320;p20"/>
          <p:cNvSpPr txBox="1"/>
          <p:nvPr>
            <p:ph idx="15" type="subTitle"/>
          </p:nvPr>
        </p:nvSpPr>
        <p:spPr>
          <a:xfrm>
            <a:off x="4629788" y="3550825"/>
            <a:ext cx="37938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Google Shape;322;p21"/>
          <p:cNvGrpSpPr/>
          <p:nvPr/>
        </p:nvGrpSpPr>
        <p:grpSpPr>
          <a:xfrm>
            <a:off x="82368" y="194975"/>
            <a:ext cx="8879556" cy="4857743"/>
            <a:chOff x="82368" y="194975"/>
            <a:chExt cx="8879556" cy="4857743"/>
          </a:xfrm>
        </p:grpSpPr>
        <p:grpSp>
          <p:nvGrpSpPr>
            <p:cNvPr id="323" name="Google Shape;323;p21"/>
            <p:cNvGrpSpPr/>
            <p:nvPr/>
          </p:nvGrpSpPr>
          <p:grpSpPr>
            <a:xfrm>
              <a:off x="82368" y="194975"/>
              <a:ext cx="8879556" cy="4857743"/>
              <a:chOff x="82368" y="194975"/>
              <a:chExt cx="8879556" cy="4857743"/>
            </a:xfrm>
          </p:grpSpPr>
          <p:grpSp>
            <p:nvGrpSpPr>
              <p:cNvPr id="324" name="Google Shape;324;p21"/>
              <p:cNvGrpSpPr/>
              <p:nvPr/>
            </p:nvGrpSpPr>
            <p:grpSpPr>
              <a:xfrm>
                <a:off x="129468" y="194975"/>
                <a:ext cx="8832456" cy="4810518"/>
                <a:chOff x="129468" y="194975"/>
                <a:chExt cx="8832456" cy="4810518"/>
              </a:xfrm>
            </p:grpSpPr>
            <p:grpSp>
              <p:nvGrpSpPr>
                <p:cNvPr id="325" name="Google Shape;325;p21"/>
                <p:cNvGrpSpPr/>
                <p:nvPr/>
              </p:nvGrpSpPr>
              <p:grpSpPr>
                <a:xfrm>
                  <a:off x="8574915" y="3836801"/>
                  <a:ext cx="387009" cy="760525"/>
                  <a:chOff x="8574915" y="3836801"/>
                  <a:chExt cx="387009" cy="760525"/>
                </a:xfrm>
              </p:grpSpPr>
              <p:sp>
                <p:nvSpPr>
                  <p:cNvPr id="326" name="Google Shape;326;p21"/>
                  <p:cNvSpPr/>
                  <p:nvPr/>
                </p:nvSpPr>
                <p:spPr>
                  <a:xfrm>
                    <a:off x="8867724" y="3836801"/>
                    <a:ext cx="94200" cy="94200"/>
                  </a:xfrm>
                  <a:prstGeom prst="ellipse">
                    <a:avLst/>
                  </a:prstGeom>
                  <a:noFill/>
                  <a:ln>
                    <a:noFill/>
                  </a:ln>
                  <a:effectLst>
                    <a:outerShdw blurRad="57150" rotWithShape="0" algn="bl" dir="5400000" dist="19050">
                      <a:schemeClr val="accent4">
                        <a:alpha val="50000"/>
                      </a:schemeClr>
                    </a:outerShdw>
                  </a:effectLst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7" name="Google Shape;327;p21"/>
                  <p:cNvSpPr/>
                  <p:nvPr/>
                </p:nvSpPr>
                <p:spPr>
                  <a:xfrm rot="-5400000">
                    <a:off x="8574915" y="4503126"/>
                    <a:ext cx="94200" cy="942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57150" rotWithShape="0" algn="bl" dir="5400000" dist="19050">
                      <a:schemeClr val="accent4">
                        <a:alpha val="50000"/>
                      </a:schemeClr>
                    </a:outerShdw>
                  </a:effectLst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cxnSp>
                <p:nvCxnSpPr>
                  <p:cNvPr id="328" name="Google Shape;328;p21"/>
                  <p:cNvCxnSpPr>
                    <a:stCxn id="326" idx="2"/>
                    <a:endCxn id="327" idx="6"/>
                  </p:cNvCxnSpPr>
                  <p:nvPr/>
                </p:nvCxnSpPr>
                <p:spPr>
                  <a:xfrm flipH="1">
                    <a:off x="8622024" y="3883901"/>
                    <a:ext cx="245700" cy="619200"/>
                  </a:xfrm>
                  <a:prstGeom prst="bentConnector2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  <a:effectLst>
                    <a:outerShdw blurRad="57150" rotWithShape="0" algn="bl" dir="5400000" dist="19050">
                      <a:schemeClr val="accent4">
                        <a:alpha val="50000"/>
                      </a:schemeClr>
                    </a:outerShdw>
                  </a:effectLst>
                </p:spPr>
              </p:cxnSp>
            </p:grpSp>
            <p:cxnSp>
              <p:nvCxnSpPr>
                <p:cNvPr id="329" name="Google Shape;329;p21"/>
                <p:cNvCxnSpPr>
                  <a:stCxn id="330" idx="2"/>
                  <a:endCxn id="331" idx="6"/>
                </p:cNvCxnSpPr>
                <p:nvPr/>
              </p:nvCxnSpPr>
              <p:spPr>
                <a:xfrm flipH="1" rot="-5400000">
                  <a:off x="-18282" y="4238543"/>
                  <a:ext cx="914700" cy="619200"/>
                </a:xfrm>
                <a:prstGeom prst="bentConnector2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57150" rotWithShape="0" algn="bl" dir="5400000" dist="19050">
                    <a:schemeClr val="accent4">
                      <a:alpha val="50000"/>
                    </a:schemeClr>
                  </a:outerShdw>
                </a:effectLst>
              </p:spPr>
            </p:cxnSp>
            <p:sp>
              <p:nvSpPr>
                <p:cNvPr id="332" name="Google Shape;332;p21"/>
                <p:cNvSpPr/>
                <p:nvPr/>
              </p:nvSpPr>
              <p:spPr>
                <a:xfrm>
                  <a:off x="7416262" y="194975"/>
                  <a:ext cx="94200" cy="94200"/>
                </a:xfrm>
                <a:prstGeom prst="ellipse">
                  <a:avLst/>
                </a:prstGeom>
                <a:noFill/>
                <a:ln>
                  <a:noFill/>
                </a:ln>
                <a:effectLst>
                  <a:outerShdw blurRad="57150" rotWithShape="0" algn="bl" dir="5400000" dist="19050">
                    <a:schemeClr val="accent4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333" name="Google Shape;333;p21"/>
                <p:cNvCxnSpPr>
                  <a:stCxn id="334" idx="2"/>
                  <a:endCxn id="332" idx="4"/>
                </p:cNvCxnSpPr>
                <p:nvPr/>
              </p:nvCxnSpPr>
              <p:spPr>
                <a:xfrm flipH="1" rot="5400000">
                  <a:off x="7710037" y="42711"/>
                  <a:ext cx="571200" cy="1064400"/>
                </a:xfrm>
                <a:prstGeom prst="bentConnector3">
                  <a:avLst>
                    <a:gd fmla="val 55600" name="adj1"/>
                  </a:avLst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57150" rotWithShape="0" algn="bl" dir="5400000" dist="19050">
                    <a:schemeClr val="accent4">
                      <a:alpha val="50000"/>
                    </a:schemeClr>
                  </a:outerShdw>
                </a:effectLst>
              </p:spPr>
            </p:cxnSp>
          </p:grpSp>
          <p:sp>
            <p:nvSpPr>
              <p:cNvPr id="330" name="Google Shape;330;p21"/>
              <p:cNvSpPr/>
              <p:nvPr/>
            </p:nvSpPr>
            <p:spPr>
              <a:xfrm rot="-5400000">
                <a:off x="82368" y="3996593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21"/>
              <p:cNvSpPr/>
              <p:nvPr/>
            </p:nvSpPr>
            <p:spPr>
              <a:xfrm rot="10800000">
                <a:off x="748693" y="4958518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34" name="Google Shape;334;p21"/>
            <p:cNvSpPr/>
            <p:nvPr/>
          </p:nvSpPr>
          <p:spPr>
            <a:xfrm rot="5400000">
              <a:off x="8480737" y="860511"/>
              <a:ext cx="94200" cy="942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accent4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5" name="Google Shape;335;p21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1"/>
          <p:cNvSpPr txBox="1"/>
          <p:nvPr>
            <p:ph hasCustomPrompt="1" type="title"/>
          </p:nvPr>
        </p:nvSpPr>
        <p:spPr>
          <a:xfrm>
            <a:off x="798381" y="1306721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7" name="Google Shape;337;p21"/>
          <p:cNvSpPr txBox="1"/>
          <p:nvPr>
            <p:ph idx="1" type="subTitle"/>
          </p:nvPr>
        </p:nvSpPr>
        <p:spPr>
          <a:xfrm>
            <a:off x="798394" y="2081371"/>
            <a:ext cx="3492600" cy="3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8" name="Google Shape;338;p21"/>
          <p:cNvSpPr txBox="1"/>
          <p:nvPr>
            <p:ph hasCustomPrompt="1" idx="2" type="title"/>
          </p:nvPr>
        </p:nvSpPr>
        <p:spPr>
          <a:xfrm>
            <a:off x="2825700" y="2681160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9" name="Google Shape;339;p21"/>
          <p:cNvSpPr txBox="1"/>
          <p:nvPr>
            <p:ph idx="3" type="subTitle"/>
          </p:nvPr>
        </p:nvSpPr>
        <p:spPr>
          <a:xfrm>
            <a:off x="2825700" y="3456099"/>
            <a:ext cx="3492600" cy="3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0" name="Google Shape;340;p21"/>
          <p:cNvSpPr txBox="1"/>
          <p:nvPr>
            <p:ph hasCustomPrompt="1" idx="4" type="title"/>
          </p:nvPr>
        </p:nvSpPr>
        <p:spPr>
          <a:xfrm>
            <a:off x="4853006" y="1306721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1" name="Google Shape;341;p21"/>
          <p:cNvSpPr txBox="1"/>
          <p:nvPr>
            <p:ph idx="5" type="subTitle"/>
          </p:nvPr>
        </p:nvSpPr>
        <p:spPr>
          <a:xfrm>
            <a:off x="4853019" y="2081371"/>
            <a:ext cx="3492600" cy="3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2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4" name="Google Shape;344;p22"/>
          <p:cNvGrpSpPr/>
          <p:nvPr/>
        </p:nvGrpSpPr>
        <p:grpSpPr>
          <a:xfrm>
            <a:off x="-516907" y="185808"/>
            <a:ext cx="8499311" cy="5507200"/>
            <a:chOff x="-516907" y="185808"/>
            <a:chExt cx="8499311" cy="5507200"/>
          </a:xfrm>
        </p:grpSpPr>
        <p:grpSp>
          <p:nvGrpSpPr>
            <p:cNvPr id="345" name="Google Shape;345;p22"/>
            <p:cNvGrpSpPr/>
            <p:nvPr/>
          </p:nvGrpSpPr>
          <p:grpSpPr>
            <a:xfrm flipH="1" rot="5400000">
              <a:off x="7408637" y="-949"/>
              <a:ext cx="387009" cy="760525"/>
              <a:chOff x="510779" y="426100"/>
              <a:chExt cx="387009" cy="760525"/>
            </a:xfrm>
          </p:grpSpPr>
          <p:sp>
            <p:nvSpPr>
              <p:cNvPr id="346" name="Google Shape;346;p22"/>
              <p:cNvSpPr/>
              <p:nvPr/>
            </p:nvSpPr>
            <p:spPr>
              <a:xfrm>
                <a:off x="803589" y="426100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22"/>
              <p:cNvSpPr/>
              <p:nvPr/>
            </p:nvSpPr>
            <p:spPr>
              <a:xfrm rot="-5400000">
                <a:off x="5107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48" name="Google Shape;348;p22"/>
              <p:cNvCxnSpPr>
                <a:stCxn id="346" idx="2"/>
                <a:endCxn id="347" idx="6"/>
              </p:cNvCxnSpPr>
              <p:nvPr/>
            </p:nvCxnSpPr>
            <p:spPr>
              <a:xfrm flipH="1">
                <a:off x="557889" y="473200"/>
                <a:ext cx="245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349" name="Google Shape;349;p22"/>
            <p:cNvGrpSpPr/>
            <p:nvPr/>
          </p:nvGrpSpPr>
          <p:grpSpPr>
            <a:xfrm>
              <a:off x="-516907" y="4932483"/>
              <a:ext cx="1056125" cy="760525"/>
              <a:chOff x="205979" y="426100"/>
              <a:chExt cx="1056125" cy="760525"/>
            </a:xfrm>
          </p:grpSpPr>
          <p:sp>
            <p:nvSpPr>
              <p:cNvPr id="350" name="Google Shape;350;p22"/>
              <p:cNvSpPr/>
              <p:nvPr/>
            </p:nvSpPr>
            <p:spPr>
              <a:xfrm>
                <a:off x="1167904" y="42610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22"/>
              <p:cNvSpPr/>
              <p:nvPr/>
            </p:nvSpPr>
            <p:spPr>
              <a:xfrm rot="-5400000">
                <a:off x="2059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52" name="Google Shape;352;p22"/>
              <p:cNvCxnSpPr>
                <a:stCxn id="350" idx="2"/>
                <a:endCxn id="351" idx="6"/>
              </p:cNvCxnSpPr>
              <p:nvPr/>
            </p:nvCxnSpPr>
            <p:spPr>
              <a:xfrm flipH="1">
                <a:off x="253204" y="473200"/>
                <a:ext cx="914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</p:grpSp>
      <p:sp>
        <p:nvSpPr>
          <p:cNvPr id="353" name="Google Shape;353;p22"/>
          <p:cNvSpPr txBox="1"/>
          <p:nvPr>
            <p:ph type="title"/>
          </p:nvPr>
        </p:nvSpPr>
        <p:spPr>
          <a:xfrm>
            <a:off x="713255" y="539500"/>
            <a:ext cx="41517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4" name="Google Shape;354;p22"/>
          <p:cNvSpPr txBox="1"/>
          <p:nvPr>
            <p:ph idx="1" type="subTitle"/>
          </p:nvPr>
        </p:nvSpPr>
        <p:spPr>
          <a:xfrm>
            <a:off x="713225" y="1598200"/>
            <a:ext cx="4151700" cy="11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5" name="Google Shape;355;p22"/>
          <p:cNvSpPr txBox="1"/>
          <p:nvPr/>
        </p:nvSpPr>
        <p:spPr>
          <a:xfrm>
            <a:off x="882455" y="3419625"/>
            <a:ext cx="38133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CREDITS: This presentation template was created by </a:t>
            </a:r>
            <a:r>
              <a:rPr b="1" lang="en" sz="1000" u="sng">
                <a:solidFill>
                  <a:schemeClr val="hlink"/>
                </a:solidFill>
                <a:latin typeface="Epilogue"/>
                <a:ea typeface="Epilogue"/>
                <a:cs typeface="Epilogue"/>
                <a:sym typeface="Epilogue"/>
                <a:hlinkClick r:id="rId2"/>
              </a:rPr>
              <a:t>Slidesgo</a:t>
            </a:r>
            <a:r>
              <a:rPr lang="en" sz="1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000" u="sng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 </a:t>
            </a:r>
            <a:endParaRPr b="1" sz="1000" u="sng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7" name="Google Shape;357;p23"/>
          <p:cNvGrpSpPr/>
          <p:nvPr/>
        </p:nvGrpSpPr>
        <p:grpSpPr>
          <a:xfrm>
            <a:off x="4043930" y="185808"/>
            <a:ext cx="4916224" cy="5507200"/>
            <a:chOff x="4043930" y="185808"/>
            <a:chExt cx="4916224" cy="5507200"/>
          </a:xfrm>
        </p:grpSpPr>
        <p:grpSp>
          <p:nvGrpSpPr>
            <p:cNvPr id="358" name="Google Shape;358;p23"/>
            <p:cNvGrpSpPr/>
            <p:nvPr/>
          </p:nvGrpSpPr>
          <p:grpSpPr>
            <a:xfrm rot="10800000">
              <a:off x="8200418" y="3625996"/>
              <a:ext cx="759736" cy="1158675"/>
              <a:chOff x="121368" y="180350"/>
              <a:chExt cx="759736" cy="1158675"/>
            </a:xfrm>
          </p:grpSpPr>
          <p:sp>
            <p:nvSpPr>
              <p:cNvPr id="359" name="Google Shape;359;p23"/>
              <p:cNvSpPr/>
              <p:nvPr/>
            </p:nvSpPr>
            <p:spPr>
              <a:xfrm>
                <a:off x="786904" y="18035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23"/>
              <p:cNvSpPr/>
              <p:nvPr/>
            </p:nvSpPr>
            <p:spPr>
              <a:xfrm rot="-5400000">
                <a:off x="121368" y="1244825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61" name="Google Shape;361;p23"/>
              <p:cNvCxnSpPr>
                <a:stCxn id="359" idx="2"/>
                <a:endCxn id="360" idx="4"/>
              </p:cNvCxnSpPr>
              <p:nvPr/>
            </p:nvCxnSpPr>
            <p:spPr>
              <a:xfrm flipH="1">
                <a:off x="215704" y="227450"/>
                <a:ext cx="571200" cy="1064400"/>
              </a:xfrm>
              <a:prstGeom prst="bentConnector3">
                <a:avLst>
                  <a:gd fmla="val 50012" name="adj1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362" name="Google Shape;362;p23"/>
            <p:cNvGrpSpPr/>
            <p:nvPr/>
          </p:nvGrpSpPr>
          <p:grpSpPr>
            <a:xfrm flipH="1" rot="5400000">
              <a:off x="4378487" y="-949"/>
              <a:ext cx="387009" cy="760525"/>
              <a:chOff x="510779" y="426100"/>
              <a:chExt cx="387009" cy="760525"/>
            </a:xfrm>
          </p:grpSpPr>
          <p:sp>
            <p:nvSpPr>
              <p:cNvPr id="363" name="Google Shape;363;p23"/>
              <p:cNvSpPr/>
              <p:nvPr/>
            </p:nvSpPr>
            <p:spPr>
              <a:xfrm>
                <a:off x="803589" y="426100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23"/>
              <p:cNvSpPr/>
              <p:nvPr/>
            </p:nvSpPr>
            <p:spPr>
              <a:xfrm rot="-5400000">
                <a:off x="5107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65" name="Google Shape;365;p23"/>
              <p:cNvCxnSpPr>
                <a:stCxn id="363" idx="2"/>
                <a:endCxn id="364" idx="6"/>
              </p:cNvCxnSpPr>
              <p:nvPr/>
            </p:nvCxnSpPr>
            <p:spPr>
              <a:xfrm flipH="1">
                <a:off x="557889" y="473200"/>
                <a:ext cx="245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366" name="Google Shape;366;p23"/>
            <p:cNvGrpSpPr/>
            <p:nvPr/>
          </p:nvGrpSpPr>
          <p:grpSpPr>
            <a:xfrm>
              <a:off x="4043930" y="4932483"/>
              <a:ext cx="1056125" cy="760525"/>
              <a:chOff x="205979" y="426100"/>
              <a:chExt cx="1056125" cy="760525"/>
            </a:xfrm>
          </p:grpSpPr>
          <p:sp>
            <p:nvSpPr>
              <p:cNvPr id="367" name="Google Shape;367;p23"/>
              <p:cNvSpPr/>
              <p:nvPr/>
            </p:nvSpPr>
            <p:spPr>
              <a:xfrm>
                <a:off x="1167904" y="42610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23"/>
              <p:cNvSpPr/>
              <p:nvPr/>
            </p:nvSpPr>
            <p:spPr>
              <a:xfrm rot="-5400000">
                <a:off x="2059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69" name="Google Shape;369;p23"/>
              <p:cNvCxnSpPr>
                <a:stCxn id="367" idx="2"/>
                <a:endCxn id="368" idx="6"/>
              </p:cNvCxnSpPr>
              <p:nvPr/>
            </p:nvCxnSpPr>
            <p:spPr>
              <a:xfrm flipH="1">
                <a:off x="253204" y="473200"/>
                <a:ext cx="914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</p:grpSp>
      <p:sp>
        <p:nvSpPr>
          <p:cNvPr id="370" name="Google Shape;370;p23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oogle Shape;372;p24"/>
          <p:cNvGrpSpPr/>
          <p:nvPr/>
        </p:nvGrpSpPr>
        <p:grpSpPr>
          <a:xfrm>
            <a:off x="185112" y="-403926"/>
            <a:ext cx="9011706" cy="4354377"/>
            <a:chOff x="185112" y="-403926"/>
            <a:chExt cx="9011706" cy="4354377"/>
          </a:xfrm>
        </p:grpSpPr>
        <p:grpSp>
          <p:nvGrpSpPr>
            <p:cNvPr id="373" name="Google Shape;373;p24"/>
            <p:cNvGrpSpPr/>
            <p:nvPr/>
          </p:nvGrpSpPr>
          <p:grpSpPr>
            <a:xfrm flipH="1" rot="-5400000">
              <a:off x="607893" y="-9342"/>
              <a:ext cx="759736" cy="1158675"/>
              <a:chOff x="121368" y="180350"/>
              <a:chExt cx="759736" cy="1158675"/>
            </a:xfrm>
          </p:grpSpPr>
          <p:sp>
            <p:nvSpPr>
              <p:cNvPr id="374" name="Google Shape;374;p24"/>
              <p:cNvSpPr/>
              <p:nvPr/>
            </p:nvSpPr>
            <p:spPr>
              <a:xfrm>
                <a:off x="786904" y="18035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24"/>
              <p:cNvSpPr/>
              <p:nvPr/>
            </p:nvSpPr>
            <p:spPr>
              <a:xfrm rot="-5400000">
                <a:off x="121368" y="1244825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76" name="Google Shape;376;p24"/>
              <p:cNvCxnSpPr>
                <a:stCxn id="374" idx="2"/>
                <a:endCxn id="375" idx="4"/>
              </p:cNvCxnSpPr>
              <p:nvPr/>
            </p:nvCxnSpPr>
            <p:spPr>
              <a:xfrm flipH="1">
                <a:off x="215704" y="227450"/>
                <a:ext cx="571200" cy="1064400"/>
              </a:xfrm>
              <a:prstGeom prst="bentConnector3">
                <a:avLst>
                  <a:gd fmla="val 55167" name="adj1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377" name="Google Shape;377;p24"/>
            <p:cNvGrpSpPr/>
            <p:nvPr/>
          </p:nvGrpSpPr>
          <p:grpSpPr>
            <a:xfrm flipH="1">
              <a:off x="185112" y="3189926"/>
              <a:ext cx="387009" cy="760525"/>
              <a:chOff x="510779" y="426100"/>
              <a:chExt cx="387009" cy="760525"/>
            </a:xfrm>
          </p:grpSpPr>
          <p:sp>
            <p:nvSpPr>
              <p:cNvPr id="378" name="Google Shape;378;p24"/>
              <p:cNvSpPr/>
              <p:nvPr/>
            </p:nvSpPr>
            <p:spPr>
              <a:xfrm>
                <a:off x="803589" y="426100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24"/>
              <p:cNvSpPr/>
              <p:nvPr/>
            </p:nvSpPr>
            <p:spPr>
              <a:xfrm rot="-5400000">
                <a:off x="5107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80" name="Google Shape;380;p24"/>
              <p:cNvCxnSpPr>
                <a:stCxn id="378" idx="2"/>
                <a:endCxn id="379" idx="6"/>
              </p:cNvCxnSpPr>
              <p:nvPr/>
            </p:nvCxnSpPr>
            <p:spPr>
              <a:xfrm flipH="1">
                <a:off x="557889" y="473200"/>
                <a:ext cx="245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381" name="Google Shape;381;p24"/>
            <p:cNvGrpSpPr/>
            <p:nvPr/>
          </p:nvGrpSpPr>
          <p:grpSpPr>
            <a:xfrm rot="4500040">
              <a:off x="8052249" y="-262084"/>
              <a:ext cx="1056093" cy="993570"/>
              <a:chOff x="205979" y="286000"/>
              <a:chExt cx="1056125" cy="993600"/>
            </a:xfrm>
          </p:grpSpPr>
          <p:sp>
            <p:nvSpPr>
              <p:cNvPr id="382" name="Google Shape;382;p24"/>
              <p:cNvSpPr/>
              <p:nvPr/>
            </p:nvSpPr>
            <p:spPr>
              <a:xfrm>
                <a:off x="1167904" y="42610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24"/>
              <p:cNvSpPr/>
              <p:nvPr/>
            </p:nvSpPr>
            <p:spPr>
              <a:xfrm rot="-5400000">
                <a:off x="2059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84" name="Google Shape;384;p24"/>
              <p:cNvCxnSpPr>
                <a:stCxn id="382" idx="2"/>
                <a:endCxn id="383" idx="6"/>
              </p:cNvCxnSpPr>
              <p:nvPr/>
            </p:nvCxnSpPr>
            <p:spPr>
              <a:xfrm flipH="1" rot="899926">
                <a:off x="348882" y="365386"/>
                <a:ext cx="723343" cy="834828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</p:grpSp>
      <p:sp>
        <p:nvSpPr>
          <p:cNvPr id="385" name="Google Shape;385;p24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4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7" name="Google Shape;387;p25"/>
          <p:cNvGrpSpPr/>
          <p:nvPr/>
        </p:nvGrpSpPr>
        <p:grpSpPr>
          <a:xfrm>
            <a:off x="-718570" y="185808"/>
            <a:ext cx="9678724" cy="5507200"/>
            <a:chOff x="-718570" y="185808"/>
            <a:chExt cx="9678724" cy="5507200"/>
          </a:xfrm>
        </p:grpSpPr>
        <p:grpSp>
          <p:nvGrpSpPr>
            <p:cNvPr id="388" name="Google Shape;388;p25"/>
            <p:cNvGrpSpPr/>
            <p:nvPr/>
          </p:nvGrpSpPr>
          <p:grpSpPr>
            <a:xfrm rot="10800000">
              <a:off x="8200418" y="3625996"/>
              <a:ext cx="759736" cy="1158675"/>
              <a:chOff x="121368" y="180350"/>
              <a:chExt cx="759736" cy="1158675"/>
            </a:xfrm>
          </p:grpSpPr>
          <p:sp>
            <p:nvSpPr>
              <p:cNvPr id="389" name="Google Shape;389;p25"/>
              <p:cNvSpPr/>
              <p:nvPr/>
            </p:nvSpPr>
            <p:spPr>
              <a:xfrm>
                <a:off x="786904" y="18035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25"/>
              <p:cNvSpPr/>
              <p:nvPr/>
            </p:nvSpPr>
            <p:spPr>
              <a:xfrm rot="-5400000">
                <a:off x="121368" y="1244825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91" name="Google Shape;391;p25"/>
              <p:cNvCxnSpPr>
                <a:stCxn id="389" idx="2"/>
                <a:endCxn id="390" idx="4"/>
              </p:cNvCxnSpPr>
              <p:nvPr/>
            </p:nvCxnSpPr>
            <p:spPr>
              <a:xfrm flipH="1">
                <a:off x="215704" y="227450"/>
                <a:ext cx="571200" cy="1064400"/>
              </a:xfrm>
              <a:prstGeom prst="bentConnector3">
                <a:avLst>
                  <a:gd fmla="val 50012" name="adj1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392" name="Google Shape;392;p25"/>
            <p:cNvGrpSpPr/>
            <p:nvPr/>
          </p:nvGrpSpPr>
          <p:grpSpPr>
            <a:xfrm flipH="1" rot="5400000">
              <a:off x="7857012" y="-949"/>
              <a:ext cx="387009" cy="760525"/>
              <a:chOff x="510779" y="426100"/>
              <a:chExt cx="387009" cy="760525"/>
            </a:xfrm>
          </p:grpSpPr>
          <p:sp>
            <p:nvSpPr>
              <p:cNvPr id="393" name="Google Shape;393;p25"/>
              <p:cNvSpPr/>
              <p:nvPr/>
            </p:nvSpPr>
            <p:spPr>
              <a:xfrm>
                <a:off x="803589" y="426100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25"/>
              <p:cNvSpPr/>
              <p:nvPr/>
            </p:nvSpPr>
            <p:spPr>
              <a:xfrm rot="-5400000">
                <a:off x="5107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95" name="Google Shape;395;p25"/>
              <p:cNvCxnSpPr>
                <a:stCxn id="393" idx="2"/>
                <a:endCxn id="394" idx="6"/>
              </p:cNvCxnSpPr>
              <p:nvPr/>
            </p:nvCxnSpPr>
            <p:spPr>
              <a:xfrm flipH="1">
                <a:off x="557889" y="473200"/>
                <a:ext cx="245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396" name="Google Shape;396;p25"/>
            <p:cNvGrpSpPr/>
            <p:nvPr/>
          </p:nvGrpSpPr>
          <p:grpSpPr>
            <a:xfrm>
              <a:off x="-718570" y="4932483"/>
              <a:ext cx="1056125" cy="760525"/>
              <a:chOff x="205979" y="426100"/>
              <a:chExt cx="1056125" cy="760525"/>
            </a:xfrm>
          </p:grpSpPr>
          <p:sp>
            <p:nvSpPr>
              <p:cNvPr id="397" name="Google Shape;397;p25"/>
              <p:cNvSpPr/>
              <p:nvPr/>
            </p:nvSpPr>
            <p:spPr>
              <a:xfrm>
                <a:off x="1167904" y="42610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25"/>
              <p:cNvSpPr/>
              <p:nvPr/>
            </p:nvSpPr>
            <p:spPr>
              <a:xfrm rot="-5400000">
                <a:off x="2059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99" name="Google Shape;399;p25"/>
              <p:cNvCxnSpPr>
                <a:stCxn id="397" idx="2"/>
                <a:endCxn id="398" idx="6"/>
              </p:cNvCxnSpPr>
              <p:nvPr/>
            </p:nvCxnSpPr>
            <p:spPr>
              <a:xfrm flipH="1">
                <a:off x="253204" y="473200"/>
                <a:ext cx="914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</p:grpSp>
      <p:sp>
        <p:nvSpPr>
          <p:cNvPr id="400" name="Google Shape;400;p25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●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○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■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●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○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■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●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○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■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6"/>
          <p:cNvSpPr txBox="1"/>
          <p:nvPr>
            <p:ph type="ctrTitle"/>
          </p:nvPr>
        </p:nvSpPr>
        <p:spPr>
          <a:xfrm>
            <a:off x="643875" y="1038975"/>
            <a:ext cx="4808400" cy="228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Sistema de Recomendación de Portátiles</a:t>
            </a:r>
            <a:endParaRPr b="1"/>
          </a:p>
        </p:txBody>
      </p:sp>
      <p:sp>
        <p:nvSpPr>
          <p:cNvPr id="406" name="Google Shape;406;p26"/>
          <p:cNvSpPr txBox="1"/>
          <p:nvPr>
            <p:ph idx="1" type="subTitle"/>
          </p:nvPr>
        </p:nvSpPr>
        <p:spPr>
          <a:xfrm>
            <a:off x="713225" y="3611731"/>
            <a:ext cx="4528800" cy="4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Jorge Alonso Fernández.</a:t>
            </a:r>
            <a:endParaRPr/>
          </a:p>
        </p:txBody>
      </p:sp>
      <p:grpSp>
        <p:nvGrpSpPr>
          <p:cNvPr id="407" name="Google Shape;407;p26"/>
          <p:cNvGrpSpPr/>
          <p:nvPr/>
        </p:nvGrpSpPr>
        <p:grpSpPr>
          <a:xfrm>
            <a:off x="5171579" y="502132"/>
            <a:ext cx="3095561" cy="3998305"/>
            <a:chOff x="713228" y="756273"/>
            <a:chExt cx="2795593" cy="3610859"/>
          </a:xfrm>
        </p:grpSpPr>
        <p:grpSp>
          <p:nvGrpSpPr>
            <p:cNvPr id="408" name="Google Shape;408;p26"/>
            <p:cNvGrpSpPr/>
            <p:nvPr/>
          </p:nvGrpSpPr>
          <p:grpSpPr>
            <a:xfrm>
              <a:off x="713228" y="756273"/>
              <a:ext cx="2795593" cy="3610859"/>
              <a:chOff x="293087" y="273641"/>
              <a:chExt cx="3511170" cy="4535116"/>
            </a:xfrm>
          </p:grpSpPr>
          <p:sp>
            <p:nvSpPr>
              <p:cNvPr id="409" name="Google Shape;409;p26"/>
              <p:cNvSpPr/>
              <p:nvPr/>
            </p:nvSpPr>
            <p:spPr>
              <a:xfrm>
                <a:off x="2601618" y="4214808"/>
                <a:ext cx="324803" cy="324793"/>
              </a:xfrm>
              <a:custGeom>
                <a:rect b="b" l="l" r="r" t="t"/>
                <a:pathLst>
                  <a:path extrusionOk="0" h="4231" w="4231">
                    <a:moveTo>
                      <a:pt x="4230" y="2118"/>
                    </a:moveTo>
                    <a:cubicBezTo>
                      <a:pt x="4230" y="3280"/>
                      <a:pt x="3281" y="4230"/>
                      <a:pt x="2113" y="4230"/>
                    </a:cubicBezTo>
                    <a:cubicBezTo>
                      <a:pt x="944" y="4230"/>
                      <a:pt x="1" y="3280"/>
                      <a:pt x="1" y="2118"/>
                    </a:cubicBezTo>
                    <a:cubicBezTo>
                      <a:pt x="1" y="950"/>
                      <a:pt x="944" y="0"/>
                      <a:pt x="2113" y="0"/>
                    </a:cubicBezTo>
                    <a:cubicBezTo>
                      <a:pt x="3281" y="0"/>
                      <a:pt x="4230" y="950"/>
                      <a:pt x="4230" y="2118"/>
                    </a:cubicBezTo>
                    <a:close/>
                  </a:path>
                </a:pathLst>
              </a:custGeom>
              <a:solidFill>
                <a:srgbClr val="134F5C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26"/>
              <p:cNvSpPr/>
              <p:nvPr/>
            </p:nvSpPr>
            <p:spPr>
              <a:xfrm>
                <a:off x="3332150" y="2479887"/>
                <a:ext cx="187378" cy="187402"/>
              </a:xfrm>
              <a:custGeom>
                <a:rect b="b" l="l" r="r" t="t"/>
                <a:pathLst>
                  <a:path extrusionOk="0" h="4231" w="4230">
                    <a:moveTo>
                      <a:pt x="4230" y="2119"/>
                    </a:moveTo>
                    <a:cubicBezTo>
                      <a:pt x="4230" y="3287"/>
                      <a:pt x="3280" y="4231"/>
                      <a:pt x="2112" y="4231"/>
                    </a:cubicBezTo>
                    <a:cubicBezTo>
                      <a:pt x="944" y="4231"/>
                      <a:pt x="0" y="3287"/>
                      <a:pt x="0" y="2119"/>
                    </a:cubicBezTo>
                    <a:cubicBezTo>
                      <a:pt x="0" y="950"/>
                      <a:pt x="944" y="1"/>
                      <a:pt x="2112" y="1"/>
                    </a:cubicBezTo>
                    <a:cubicBezTo>
                      <a:pt x="3280" y="1"/>
                      <a:pt x="4230" y="950"/>
                      <a:pt x="4230" y="2119"/>
                    </a:cubicBezTo>
                    <a:close/>
                  </a:path>
                </a:pathLst>
              </a:custGeom>
              <a:solidFill>
                <a:srgbClr val="76A5AF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26"/>
              <p:cNvSpPr/>
              <p:nvPr/>
            </p:nvSpPr>
            <p:spPr>
              <a:xfrm>
                <a:off x="293087" y="273641"/>
                <a:ext cx="181266" cy="181242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rgbClr val="134F5C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26"/>
              <p:cNvSpPr/>
              <p:nvPr/>
            </p:nvSpPr>
            <p:spPr>
              <a:xfrm>
                <a:off x="1038559" y="4453324"/>
                <a:ext cx="192303" cy="192296"/>
              </a:xfrm>
              <a:custGeom>
                <a:rect b="b" l="l" r="r" t="t"/>
                <a:pathLst>
                  <a:path extrusionOk="0" h="2505" w="2505">
                    <a:moveTo>
                      <a:pt x="2504" y="1255"/>
                    </a:moveTo>
                    <a:cubicBezTo>
                      <a:pt x="2504" y="1946"/>
                      <a:pt x="1946" y="2504"/>
                      <a:pt x="1256" y="2504"/>
                    </a:cubicBezTo>
                    <a:cubicBezTo>
                      <a:pt x="559" y="2504"/>
                      <a:pt x="1" y="1946"/>
                      <a:pt x="1" y="1255"/>
                    </a:cubicBezTo>
                    <a:cubicBezTo>
                      <a:pt x="1" y="559"/>
                      <a:pt x="559" y="1"/>
                      <a:pt x="1256" y="1"/>
                    </a:cubicBezTo>
                    <a:cubicBezTo>
                      <a:pt x="1946" y="1"/>
                      <a:pt x="2504" y="559"/>
                      <a:pt x="2504" y="1255"/>
                    </a:cubicBezTo>
                    <a:close/>
                  </a:path>
                </a:pathLst>
              </a:custGeom>
              <a:solidFill>
                <a:srgbClr val="76A5AF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26"/>
              <p:cNvSpPr/>
              <p:nvPr/>
            </p:nvSpPr>
            <p:spPr>
              <a:xfrm>
                <a:off x="434250" y="2832705"/>
                <a:ext cx="192226" cy="192220"/>
              </a:xfrm>
              <a:custGeom>
                <a:rect b="b" l="l" r="r" t="t"/>
                <a:pathLst>
                  <a:path extrusionOk="0" h="2504" w="2504">
                    <a:moveTo>
                      <a:pt x="2504" y="1249"/>
                    </a:moveTo>
                    <a:cubicBezTo>
                      <a:pt x="2504" y="1940"/>
                      <a:pt x="1945" y="2504"/>
                      <a:pt x="1255" y="2504"/>
                    </a:cubicBezTo>
                    <a:cubicBezTo>
                      <a:pt x="564" y="2504"/>
                      <a:pt x="0" y="1940"/>
                      <a:pt x="0" y="1249"/>
                    </a:cubicBezTo>
                    <a:cubicBezTo>
                      <a:pt x="0" y="558"/>
                      <a:pt x="564" y="0"/>
                      <a:pt x="1255" y="0"/>
                    </a:cubicBezTo>
                    <a:cubicBezTo>
                      <a:pt x="1945" y="0"/>
                      <a:pt x="2504" y="558"/>
                      <a:pt x="2504" y="1249"/>
                    </a:cubicBezTo>
                    <a:close/>
                  </a:path>
                </a:pathLst>
              </a:custGeom>
              <a:solidFill>
                <a:srgbClr val="76A5AF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26"/>
              <p:cNvSpPr/>
              <p:nvPr/>
            </p:nvSpPr>
            <p:spPr>
              <a:xfrm>
                <a:off x="1464919" y="461450"/>
                <a:ext cx="510350" cy="51033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rgbClr val="76A5AF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26"/>
              <p:cNvSpPr/>
              <p:nvPr/>
            </p:nvSpPr>
            <p:spPr>
              <a:xfrm>
                <a:off x="627777" y="1786738"/>
                <a:ext cx="324727" cy="324793"/>
              </a:xfrm>
              <a:custGeom>
                <a:rect b="b" l="l" r="r" t="t"/>
                <a:pathLst>
                  <a:path extrusionOk="0" h="4231" w="4230">
                    <a:moveTo>
                      <a:pt x="4230" y="2113"/>
                    </a:moveTo>
                    <a:cubicBezTo>
                      <a:pt x="4230" y="3281"/>
                      <a:pt x="3280" y="4231"/>
                      <a:pt x="2112" y="4231"/>
                    </a:cubicBezTo>
                    <a:cubicBezTo>
                      <a:pt x="950" y="4231"/>
                      <a:pt x="0" y="3281"/>
                      <a:pt x="0" y="2113"/>
                    </a:cubicBezTo>
                    <a:cubicBezTo>
                      <a:pt x="0" y="945"/>
                      <a:pt x="950" y="1"/>
                      <a:pt x="2112" y="1"/>
                    </a:cubicBezTo>
                    <a:cubicBezTo>
                      <a:pt x="3280" y="1"/>
                      <a:pt x="4230" y="945"/>
                      <a:pt x="4230" y="2113"/>
                    </a:cubicBezTo>
                    <a:close/>
                  </a:path>
                </a:pathLst>
              </a:custGeom>
              <a:solidFill>
                <a:srgbClr val="76A5AF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26"/>
              <p:cNvSpPr/>
              <p:nvPr/>
            </p:nvSpPr>
            <p:spPr>
              <a:xfrm>
                <a:off x="782300" y="4555574"/>
                <a:ext cx="2362761" cy="253182"/>
              </a:xfrm>
              <a:custGeom>
                <a:rect b="b" l="l" r="r" t="t"/>
                <a:pathLst>
                  <a:path extrusionOk="0" h="8058" w="34075">
                    <a:moveTo>
                      <a:pt x="34075" y="4029"/>
                    </a:moveTo>
                    <a:cubicBezTo>
                      <a:pt x="34075" y="6256"/>
                      <a:pt x="26444" y="8057"/>
                      <a:pt x="17041" y="8057"/>
                    </a:cubicBezTo>
                    <a:cubicBezTo>
                      <a:pt x="7632" y="8057"/>
                      <a:pt x="1" y="6256"/>
                      <a:pt x="1" y="4029"/>
                    </a:cubicBezTo>
                    <a:cubicBezTo>
                      <a:pt x="1" y="1807"/>
                      <a:pt x="7632" y="0"/>
                      <a:pt x="17041" y="0"/>
                    </a:cubicBezTo>
                    <a:cubicBezTo>
                      <a:pt x="26444" y="0"/>
                      <a:pt x="34075" y="1807"/>
                      <a:pt x="34075" y="4029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26"/>
              <p:cNvSpPr/>
              <p:nvPr/>
            </p:nvSpPr>
            <p:spPr>
              <a:xfrm>
                <a:off x="1535627" y="4051294"/>
                <a:ext cx="926891" cy="682211"/>
              </a:xfrm>
              <a:custGeom>
                <a:rect b="b" l="l" r="r" t="t"/>
                <a:pathLst>
                  <a:path extrusionOk="0" h="8887" w="12074">
                    <a:moveTo>
                      <a:pt x="5151" y="8881"/>
                    </a:moveTo>
                    <a:cubicBezTo>
                      <a:pt x="5013" y="8869"/>
                      <a:pt x="4886" y="8840"/>
                      <a:pt x="4754" y="8800"/>
                    </a:cubicBezTo>
                    <a:lnTo>
                      <a:pt x="1600" y="7707"/>
                    </a:lnTo>
                    <a:cubicBezTo>
                      <a:pt x="599" y="7361"/>
                      <a:pt x="0" y="6435"/>
                      <a:pt x="190" y="5549"/>
                    </a:cubicBezTo>
                    <a:lnTo>
                      <a:pt x="1180" y="858"/>
                    </a:lnTo>
                    <a:cubicBezTo>
                      <a:pt x="1197" y="778"/>
                      <a:pt x="1266" y="720"/>
                      <a:pt x="1358" y="715"/>
                    </a:cubicBezTo>
                    <a:lnTo>
                      <a:pt x="8621" y="7"/>
                    </a:lnTo>
                    <a:cubicBezTo>
                      <a:pt x="8696" y="1"/>
                      <a:pt x="8776" y="30"/>
                      <a:pt x="8828" y="82"/>
                    </a:cubicBezTo>
                    <a:cubicBezTo>
                      <a:pt x="8880" y="133"/>
                      <a:pt x="8897" y="202"/>
                      <a:pt x="8886" y="260"/>
                    </a:cubicBezTo>
                    <a:lnTo>
                      <a:pt x="7591" y="4634"/>
                    </a:lnTo>
                    <a:lnTo>
                      <a:pt x="7591" y="4634"/>
                    </a:lnTo>
                    <a:cubicBezTo>
                      <a:pt x="7366" y="5399"/>
                      <a:pt x="7890" y="6210"/>
                      <a:pt x="8799" y="6498"/>
                    </a:cubicBezTo>
                    <a:lnTo>
                      <a:pt x="11803" y="7448"/>
                    </a:lnTo>
                    <a:cubicBezTo>
                      <a:pt x="11964" y="7499"/>
                      <a:pt x="12074" y="7626"/>
                      <a:pt x="12062" y="7764"/>
                    </a:cubicBezTo>
                    <a:cubicBezTo>
                      <a:pt x="12057" y="7902"/>
                      <a:pt x="11947" y="8006"/>
                      <a:pt x="11786" y="8029"/>
                    </a:cubicBezTo>
                    <a:lnTo>
                      <a:pt x="5438" y="8881"/>
                    </a:lnTo>
                    <a:cubicBezTo>
                      <a:pt x="5352" y="8886"/>
                      <a:pt x="5254" y="8886"/>
                      <a:pt x="5151" y="8881"/>
                    </a:cubicBezTo>
                    <a:close/>
                    <a:moveTo>
                      <a:pt x="1583" y="1071"/>
                    </a:moveTo>
                    <a:lnTo>
                      <a:pt x="610" y="5641"/>
                    </a:lnTo>
                    <a:cubicBezTo>
                      <a:pt x="461" y="6349"/>
                      <a:pt x="944" y="7079"/>
                      <a:pt x="1732" y="7356"/>
                    </a:cubicBezTo>
                    <a:lnTo>
                      <a:pt x="4892" y="8438"/>
                    </a:lnTo>
                    <a:cubicBezTo>
                      <a:pt x="5036" y="8489"/>
                      <a:pt x="5197" y="8507"/>
                      <a:pt x="5346" y="8484"/>
                    </a:cubicBezTo>
                    <a:lnTo>
                      <a:pt x="11257" y="7684"/>
                    </a:lnTo>
                    <a:lnTo>
                      <a:pt x="8667" y="6855"/>
                    </a:lnTo>
                    <a:cubicBezTo>
                      <a:pt x="7533" y="6492"/>
                      <a:pt x="6866" y="5462"/>
                      <a:pt x="7153" y="4507"/>
                    </a:cubicBezTo>
                    <a:lnTo>
                      <a:pt x="8350" y="427"/>
                    </a:lnTo>
                    <a:close/>
                    <a:moveTo>
                      <a:pt x="7366" y="4570"/>
                    </a:move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26"/>
              <p:cNvSpPr/>
              <p:nvPr/>
            </p:nvSpPr>
            <p:spPr>
              <a:xfrm>
                <a:off x="1553284" y="4069027"/>
                <a:ext cx="908390" cy="648971"/>
              </a:xfrm>
              <a:custGeom>
                <a:rect b="b" l="l" r="r" t="t"/>
                <a:pathLst>
                  <a:path extrusionOk="0" h="8454" w="11833">
                    <a:moveTo>
                      <a:pt x="11585" y="7153"/>
                    </a:moveTo>
                    <a:lnTo>
                      <a:pt x="8564" y="6233"/>
                    </a:lnTo>
                    <a:cubicBezTo>
                      <a:pt x="7689" y="5956"/>
                      <a:pt x="7188" y="5174"/>
                      <a:pt x="7401" y="4437"/>
                    </a:cubicBezTo>
                    <a:lnTo>
                      <a:pt x="8638" y="248"/>
                    </a:lnTo>
                    <a:cubicBezTo>
                      <a:pt x="8661" y="190"/>
                      <a:pt x="8638" y="115"/>
                      <a:pt x="8592" y="75"/>
                    </a:cubicBezTo>
                    <a:cubicBezTo>
                      <a:pt x="8541" y="23"/>
                      <a:pt x="8466" y="0"/>
                      <a:pt x="8391" y="6"/>
                    </a:cubicBezTo>
                    <a:lnTo>
                      <a:pt x="1307" y="581"/>
                    </a:lnTo>
                    <a:cubicBezTo>
                      <a:pt x="1226" y="587"/>
                      <a:pt x="1151" y="650"/>
                      <a:pt x="1134" y="725"/>
                    </a:cubicBezTo>
                    <a:lnTo>
                      <a:pt x="179" y="5237"/>
                    </a:lnTo>
                    <a:cubicBezTo>
                      <a:pt x="0" y="6095"/>
                      <a:pt x="576" y="6987"/>
                      <a:pt x="1537" y="7315"/>
                    </a:cubicBezTo>
                    <a:lnTo>
                      <a:pt x="4575" y="8368"/>
                    </a:lnTo>
                    <a:cubicBezTo>
                      <a:pt x="4696" y="8408"/>
                      <a:pt x="4829" y="8437"/>
                      <a:pt x="4955" y="8448"/>
                    </a:cubicBezTo>
                    <a:cubicBezTo>
                      <a:pt x="5047" y="8454"/>
                      <a:pt x="5145" y="8448"/>
                      <a:pt x="5237" y="8437"/>
                    </a:cubicBezTo>
                    <a:lnTo>
                      <a:pt x="11568" y="7597"/>
                    </a:lnTo>
                    <a:cubicBezTo>
                      <a:pt x="11723" y="7573"/>
                      <a:pt x="11832" y="7516"/>
                      <a:pt x="11832" y="7412"/>
                    </a:cubicBezTo>
                    <a:cubicBezTo>
                      <a:pt x="11832" y="7326"/>
                      <a:pt x="11740" y="7194"/>
                      <a:pt x="11585" y="7153"/>
                    </a:cubicBezTo>
                    <a:close/>
                  </a:path>
                </a:pathLst>
              </a:custGeom>
              <a:solidFill>
                <a:srgbClr val="0C343D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26"/>
              <p:cNvSpPr/>
              <p:nvPr/>
            </p:nvSpPr>
            <p:spPr>
              <a:xfrm>
                <a:off x="700629" y="2436189"/>
                <a:ext cx="2361445" cy="1971248"/>
              </a:xfrm>
              <a:custGeom>
                <a:rect b="b" l="l" r="r" t="t"/>
                <a:pathLst>
                  <a:path extrusionOk="0" h="25679" w="30761">
                    <a:moveTo>
                      <a:pt x="29931" y="23601"/>
                    </a:moveTo>
                    <a:lnTo>
                      <a:pt x="1474" y="25638"/>
                    </a:lnTo>
                    <a:cubicBezTo>
                      <a:pt x="881" y="25678"/>
                      <a:pt x="375" y="25178"/>
                      <a:pt x="369" y="24516"/>
                    </a:cubicBezTo>
                    <a:lnTo>
                      <a:pt x="6" y="1215"/>
                    </a:lnTo>
                    <a:cubicBezTo>
                      <a:pt x="1" y="559"/>
                      <a:pt x="570" y="12"/>
                      <a:pt x="1635" y="0"/>
                    </a:cubicBezTo>
                    <a:lnTo>
                      <a:pt x="29373" y="1059"/>
                    </a:lnTo>
                    <a:cubicBezTo>
                      <a:pt x="29834" y="1071"/>
                      <a:pt x="30219" y="1548"/>
                      <a:pt x="30236" y="2124"/>
                    </a:cubicBezTo>
                    <a:lnTo>
                      <a:pt x="30754" y="22496"/>
                    </a:lnTo>
                    <a:cubicBezTo>
                      <a:pt x="30760" y="23071"/>
                      <a:pt x="30403" y="23566"/>
                      <a:pt x="29931" y="23601"/>
                    </a:cubicBezTo>
                    <a:close/>
                  </a:path>
                </a:pathLst>
              </a:custGeom>
              <a:solidFill>
                <a:srgbClr val="76A5AF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26"/>
              <p:cNvSpPr/>
              <p:nvPr/>
            </p:nvSpPr>
            <p:spPr>
              <a:xfrm>
                <a:off x="754981" y="2433963"/>
                <a:ext cx="2362750" cy="1968178"/>
              </a:xfrm>
              <a:custGeom>
                <a:rect b="b" l="l" r="r" t="t"/>
                <a:pathLst>
                  <a:path extrusionOk="0" h="25639" w="30778">
                    <a:moveTo>
                      <a:pt x="29954" y="23572"/>
                    </a:moveTo>
                    <a:lnTo>
                      <a:pt x="1479" y="25592"/>
                    </a:lnTo>
                    <a:cubicBezTo>
                      <a:pt x="875" y="25638"/>
                      <a:pt x="380" y="25132"/>
                      <a:pt x="369" y="24470"/>
                    </a:cubicBezTo>
                    <a:lnTo>
                      <a:pt x="6" y="1163"/>
                    </a:lnTo>
                    <a:cubicBezTo>
                      <a:pt x="0" y="513"/>
                      <a:pt x="472" y="1"/>
                      <a:pt x="1071" y="18"/>
                    </a:cubicBezTo>
                    <a:lnTo>
                      <a:pt x="29385" y="1019"/>
                    </a:lnTo>
                    <a:cubicBezTo>
                      <a:pt x="29845" y="1036"/>
                      <a:pt x="30230" y="1520"/>
                      <a:pt x="30248" y="2084"/>
                    </a:cubicBezTo>
                    <a:lnTo>
                      <a:pt x="30766" y="22462"/>
                    </a:lnTo>
                    <a:cubicBezTo>
                      <a:pt x="30777" y="23049"/>
                      <a:pt x="30415" y="23544"/>
                      <a:pt x="29954" y="23572"/>
                    </a:cubicBezTo>
                    <a:close/>
                  </a:path>
                </a:pathLst>
              </a:custGeom>
              <a:solidFill>
                <a:srgbClr val="76A5AF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26"/>
              <p:cNvSpPr/>
              <p:nvPr/>
            </p:nvSpPr>
            <p:spPr>
              <a:xfrm>
                <a:off x="754059" y="2433963"/>
                <a:ext cx="2359219" cy="1751701"/>
              </a:xfrm>
              <a:custGeom>
                <a:rect b="b" l="l" r="r" t="t"/>
                <a:pathLst>
                  <a:path extrusionOk="0" h="22819" w="30732">
                    <a:moveTo>
                      <a:pt x="30732" y="21017"/>
                    </a:moveTo>
                    <a:lnTo>
                      <a:pt x="30254" y="2084"/>
                    </a:lnTo>
                    <a:cubicBezTo>
                      <a:pt x="30237" y="1508"/>
                      <a:pt x="29851" y="1036"/>
                      <a:pt x="29391" y="1019"/>
                    </a:cubicBezTo>
                    <a:lnTo>
                      <a:pt x="1077" y="18"/>
                    </a:lnTo>
                    <a:cubicBezTo>
                      <a:pt x="479" y="1"/>
                      <a:pt x="1" y="507"/>
                      <a:pt x="12" y="1163"/>
                    </a:cubicBezTo>
                    <a:lnTo>
                      <a:pt x="346" y="22818"/>
                    </a:lnTo>
                    <a:close/>
                  </a:path>
                </a:pathLst>
              </a:custGeom>
              <a:solidFill>
                <a:srgbClr val="0C343D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26"/>
              <p:cNvSpPr/>
              <p:nvPr/>
            </p:nvSpPr>
            <p:spPr>
              <a:xfrm>
                <a:off x="854394" y="2555025"/>
                <a:ext cx="2180274" cy="1505208"/>
              </a:xfrm>
              <a:custGeom>
                <a:rect b="b" l="l" r="r" t="t"/>
                <a:pathLst>
                  <a:path extrusionOk="0" h="19608" w="28401">
                    <a:moveTo>
                      <a:pt x="28400" y="18128"/>
                    </a:moveTo>
                    <a:lnTo>
                      <a:pt x="317" y="19607"/>
                    </a:lnTo>
                    <a:lnTo>
                      <a:pt x="0" y="0"/>
                    </a:lnTo>
                    <a:lnTo>
                      <a:pt x="27957" y="806"/>
                    </a:ln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26"/>
              <p:cNvSpPr/>
              <p:nvPr/>
            </p:nvSpPr>
            <p:spPr>
              <a:xfrm>
                <a:off x="861917" y="2562932"/>
                <a:ext cx="2166072" cy="1488013"/>
              </a:xfrm>
              <a:custGeom>
                <a:rect b="b" l="l" r="r" t="t"/>
                <a:pathLst>
                  <a:path extrusionOk="0" h="19384" w="28216">
                    <a:moveTo>
                      <a:pt x="317" y="19383"/>
                    </a:moveTo>
                    <a:lnTo>
                      <a:pt x="0" y="1"/>
                    </a:lnTo>
                    <a:lnTo>
                      <a:pt x="27784" y="795"/>
                    </a:lnTo>
                    <a:lnTo>
                      <a:pt x="28216" y="17927"/>
                    </a:lnTo>
                    <a:close/>
                  </a:path>
                </a:pathLst>
              </a:custGeom>
              <a:solidFill>
                <a:srgbClr val="D9EAD3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26"/>
              <p:cNvSpPr/>
              <p:nvPr/>
            </p:nvSpPr>
            <p:spPr>
              <a:xfrm>
                <a:off x="946285" y="2963656"/>
                <a:ext cx="1165024" cy="956952"/>
              </a:xfrm>
              <a:custGeom>
                <a:rect b="b" l="l" r="r" t="t"/>
                <a:pathLst>
                  <a:path extrusionOk="0" h="12466" w="15176">
                    <a:moveTo>
                      <a:pt x="4621" y="6308"/>
                    </a:moveTo>
                    <a:cubicBezTo>
                      <a:pt x="4621" y="6308"/>
                      <a:pt x="6123" y="12466"/>
                      <a:pt x="10647" y="12132"/>
                    </a:cubicBezTo>
                    <a:cubicBezTo>
                      <a:pt x="15176" y="11804"/>
                      <a:pt x="14698" y="478"/>
                      <a:pt x="14698" y="478"/>
                    </a:cubicBezTo>
                    <a:lnTo>
                      <a:pt x="4829" y="1"/>
                    </a:lnTo>
                    <a:cubicBezTo>
                      <a:pt x="4829" y="1"/>
                      <a:pt x="0" y="5853"/>
                      <a:pt x="892" y="7465"/>
                    </a:cubicBezTo>
                    <a:cubicBezTo>
                      <a:pt x="1784" y="9076"/>
                      <a:pt x="4621" y="6308"/>
                      <a:pt x="4621" y="630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26"/>
              <p:cNvSpPr/>
              <p:nvPr/>
            </p:nvSpPr>
            <p:spPr>
              <a:xfrm>
                <a:off x="2297236" y="2111003"/>
                <a:ext cx="1038741" cy="893391"/>
              </a:xfrm>
              <a:custGeom>
                <a:rect b="b" l="l" r="r" t="t"/>
                <a:pathLst>
                  <a:path extrusionOk="0" h="11638" w="13531">
                    <a:moveTo>
                      <a:pt x="0" y="7137"/>
                    </a:moveTo>
                    <a:cubicBezTo>
                      <a:pt x="0" y="6055"/>
                      <a:pt x="547" y="5048"/>
                      <a:pt x="1445" y="4467"/>
                    </a:cubicBezTo>
                    <a:cubicBezTo>
                      <a:pt x="3827" y="2936"/>
                      <a:pt x="8834" y="1"/>
                      <a:pt x="10848" y="1042"/>
                    </a:cubicBezTo>
                    <a:cubicBezTo>
                      <a:pt x="13530" y="2435"/>
                      <a:pt x="2855" y="11637"/>
                      <a:pt x="1134" y="10348"/>
                    </a:cubicBezTo>
                    <a:cubicBezTo>
                      <a:pt x="225" y="9669"/>
                      <a:pt x="6" y="8276"/>
                      <a:pt x="0" y="7137"/>
                    </a:cubicBezTo>
                    <a:close/>
                  </a:path>
                </a:pathLst>
              </a:custGeom>
              <a:solidFill>
                <a:srgbClr val="76A5AF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26"/>
              <p:cNvSpPr/>
              <p:nvPr/>
            </p:nvSpPr>
            <p:spPr>
              <a:xfrm>
                <a:off x="1290433" y="2270065"/>
                <a:ext cx="1332914" cy="1718999"/>
              </a:xfrm>
              <a:custGeom>
                <a:rect b="b" l="l" r="r" t="t"/>
                <a:pathLst>
                  <a:path extrusionOk="0" h="22393" w="17363">
                    <a:moveTo>
                      <a:pt x="7890" y="21149"/>
                    </a:moveTo>
                    <a:cubicBezTo>
                      <a:pt x="2331" y="22393"/>
                      <a:pt x="0" y="12563"/>
                      <a:pt x="1577" y="5019"/>
                    </a:cubicBezTo>
                    <a:cubicBezTo>
                      <a:pt x="2049" y="2740"/>
                      <a:pt x="4080" y="1"/>
                      <a:pt x="6647" y="127"/>
                    </a:cubicBezTo>
                    <a:lnTo>
                      <a:pt x="15343" y="1140"/>
                    </a:lnTo>
                    <a:cubicBezTo>
                      <a:pt x="17322" y="2348"/>
                      <a:pt x="17363" y="5353"/>
                      <a:pt x="16747" y="8546"/>
                    </a:cubicBezTo>
                    <a:cubicBezTo>
                      <a:pt x="15768" y="13657"/>
                      <a:pt x="12695" y="20068"/>
                      <a:pt x="7890" y="21149"/>
                    </a:cubicBezTo>
                    <a:close/>
                  </a:path>
                </a:pathLst>
              </a:custGeom>
              <a:solidFill>
                <a:srgbClr val="76A5AF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26"/>
              <p:cNvSpPr/>
              <p:nvPr/>
            </p:nvSpPr>
            <p:spPr>
              <a:xfrm>
                <a:off x="1638956" y="2397268"/>
                <a:ext cx="933109" cy="1358510"/>
              </a:xfrm>
              <a:custGeom>
                <a:rect b="b" l="l" r="r" t="t"/>
                <a:pathLst>
                  <a:path extrusionOk="0" h="17697" w="12155">
                    <a:moveTo>
                      <a:pt x="10354" y="628"/>
                    </a:moveTo>
                    <a:cubicBezTo>
                      <a:pt x="9358" y="1313"/>
                      <a:pt x="3005" y="2602"/>
                      <a:pt x="156" y="881"/>
                    </a:cubicBezTo>
                    <a:cubicBezTo>
                      <a:pt x="1" y="2199"/>
                      <a:pt x="1261" y="5198"/>
                      <a:pt x="1854" y="8052"/>
                    </a:cubicBezTo>
                    <a:cubicBezTo>
                      <a:pt x="2775" y="12426"/>
                      <a:pt x="4864" y="17697"/>
                      <a:pt x="6630" y="16114"/>
                    </a:cubicBezTo>
                    <a:cubicBezTo>
                      <a:pt x="10072" y="13036"/>
                      <a:pt x="11608" y="7770"/>
                      <a:pt x="11908" y="4616"/>
                    </a:cubicBezTo>
                    <a:cubicBezTo>
                      <a:pt x="12155" y="1923"/>
                      <a:pt x="11263" y="1"/>
                      <a:pt x="10354" y="62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26"/>
              <p:cNvSpPr/>
              <p:nvPr/>
            </p:nvSpPr>
            <p:spPr>
              <a:xfrm>
                <a:off x="1597121" y="2215241"/>
                <a:ext cx="891876" cy="343381"/>
              </a:xfrm>
              <a:custGeom>
                <a:rect b="b" l="l" r="r" t="t"/>
                <a:pathLst>
                  <a:path extrusionOk="0" h="4473" w="13237">
                    <a:moveTo>
                      <a:pt x="13237" y="2539"/>
                    </a:moveTo>
                    <a:cubicBezTo>
                      <a:pt x="13237" y="3609"/>
                      <a:pt x="10676" y="4472"/>
                      <a:pt x="7229" y="4467"/>
                    </a:cubicBezTo>
                    <a:cubicBezTo>
                      <a:pt x="3407" y="4461"/>
                      <a:pt x="1" y="3408"/>
                      <a:pt x="1" y="2124"/>
                    </a:cubicBezTo>
                    <a:cubicBezTo>
                      <a:pt x="1" y="835"/>
                      <a:pt x="3407" y="1"/>
                      <a:pt x="7229" y="231"/>
                    </a:cubicBezTo>
                    <a:cubicBezTo>
                      <a:pt x="10676" y="438"/>
                      <a:pt x="13237" y="1468"/>
                      <a:pt x="13237" y="2539"/>
                    </a:cubicBez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26"/>
              <p:cNvSpPr/>
              <p:nvPr/>
            </p:nvSpPr>
            <p:spPr>
              <a:xfrm>
                <a:off x="1464925" y="1398911"/>
                <a:ext cx="1239718" cy="1054521"/>
              </a:xfrm>
              <a:custGeom>
                <a:rect b="b" l="l" r="r" t="t"/>
                <a:pathLst>
                  <a:path extrusionOk="0" h="13737" w="16149">
                    <a:moveTo>
                      <a:pt x="16148" y="8074"/>
                    </a:moveTo>
                    <a:cubicBezTo>
                      <a:pt x="16148" y="11233"/>
                      <a:pt x="13127" y="13737"/>
                      <a:pt x="8978" y="13656"/>
                    </a:cubicBezTo>
                    <a:cubicBezTo>
                      <a:pt x="4282" y="13570"/>
                      <a:pt x="0" y="10272"/>
                      <a:pt x="0" y="6319"/>
                    </a:cubicBezTo>
                    <a:cubicBezTo>
                      <a:pt x="0" y="2359"/>
                      <a:pt x="4288" y="0"/>
                      <a:pt x="8978" y="927"/>
                    </a:cubicBezTo>
                    <a:cubicBezTo>
                      <a:pt x="13121" y="1755"/>
                      <a:pt x="16148" y="4915"/>
                      <a:pt x="16148" y="8074"/>
                    </a:cubicBezTo>
                    <a:close/>
                  </a:path>
                </a:pathLst>
              </a:custGeom>
              <a:solidFill>
                <a:srgbClr val="76A5AF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26"/>
              <p:cNvSpPr/>
              <p:nvPr/>
            </p:nvSpPr>
            <p:spPr>
              <a:xfrm>
                <a:off x="1566948" y="1676347"/>
                <a:ext cx="1070523" cy="622487"/>
              </a:xfrm>
              <a:custGeom>
                <a:rect b="b" l="l" r="r" t="t"/>
                <a:pathLst>
                  <a:path extrusionOk="0" h="8109" w="13945">
                    <a:moveTo>
                      <a:pt x="12241" y="1634"/>
                    </a:moveTo>
                    <a:lnTo>
                      <a:pt x="2372" y="184"/>
                    </a:lnTo>
                    <a:cubicBezTo>
                      <a:pt x="1083" y="0"/>
                      <a:pt x="1" y="875"/>
                      <a:pt x="1" y="2158"/>
                    </a:cubicBezTo>
                    <a:lnTo>
                      <a:pt x="1" y="3205"/>
                    </a:lnTo>
                    <a:cubicBezTo>
                      <a:pt x="1" y="4489"/>
                      <a:pt x="1083" y="5611"/>
                      <a:pt x="2372" y="5703"/>
                    </a:cubicBezTo>
                    <a:lnTo>
                      <a:pt x="2832" y="5738"/>
                    </a:lnTo>
                    <a:cubicBezTo>
                      <a:pt x="3644" y="5795"/>
                      <a:pt x="4392" y="6209"/>
                      <a:pt x="4875" y="6825"/>
                    </a:cubicBezTo>
                    <a:cubicBezTo>
                      <a:pt x="5405" y="7510"/>
                      <a:pt x="6463" y="8005"/>
                      <a:pt x="7643" y="8057"/>
                    </a:cubicBezTo>
                    <a:cubicBezTo>
                      <a:pt x="8788" y="8109"/>
                      <a:pt x="9744" y="7740"/>
                      <a:pt x="10210" y="7159"/>
                    </a:cubicBezTo>
                    <a:cubicBezTo>
                      <a:pt x="10618" y="6641"/>
                      <a:pt x="11240" y="6365"/>
                      <a:pt x="11879" y="6417"/>
                    </a:cubicBezTo>
                    <a:lnTo>
                      <a:pt x="12230" y="6445"/>
                    </a:lnTo>
                    <a:cubicBezTo>
                      <a:pt x="13179" y="6514"/>
                      <a:pt x="13927" y="5720"/>
                      <a:pt x="13927" y="4661"/>
                    </a:cubicBezTo>
                    <a:lnTo>
                      <a:pt x="13927" y="3798"/>
                    </a:lnTo>
                    <a:cubicBezTo>
                      <a:pt x="13945" y="2739"/>
                      <a:pt x="13191" y="1767"/>
                      <a:pt x="12241" y="1634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26"/>
              <p:cNvSpPr/>
              <p:nvPr/>
            </p:nvSpPr>
            <p:spPr>
              <a:xfrm>
                <a:off x="1659760" y="1744209"/>
                <a:ext cx="912305" cy="381906"/>
              </a:xfrm>
              <a:custGeom>
                <a:rect b="b" l="l" r="r" t="t"/>
                <a:pathLst>
                  <a:path extrusionOk="0" h="4975" w="11884">
                    <a:moveTo>
                      <a:pt x="1663" y="1"/>
                    </a:moveTo>
                    <a:cubicBezTo>
                      <a:pt x="732" y="1"/>
                      <a:pt x="0" y="655"/>
                      <a:pt x="0" y="1568"/>
                    </a:cubicBezTo>
                    <a:lnTo>
                      <a:pt x="0" y="2298"/>
                    </a:lnTo>
                    <a:cubicBezTo>
                      <a:pt x="0" y="3300"/>
                      <a:pt x="881" y="4186"/>
                      <a:pt x="1940" y="4272"/>
                    </a:cubicBezTo>
                    <a:lnTo>
                      <a:pt x="10428" y="4969"/>
                    </a:lnTo>
                    <a:cubicBezTo>
                      <a:pt x="10471" y="4973"/>
                      <a:pt x="10514" y="4975"/>
                      <a:pt x="10557" y="4975"/>
                    </a:cubicBezTo>
                    <a:cubicBezTo>
                      <a:pt x="11306" y="4975"/>
                      <a:pt x="11884" y="4359"/>
                      <a:pt x="11878" y="3553"/>
                    </a:cubicBezTo>
                    <a:lnTo>
                      <a:pt x="11878" y="2931"/>
                    </a:lnTo>
                    <a:cubicBezTo>
                      <a:pt x="11878" y="2091"/>
                      <a:pt x="11239" y="1314"/>
                      <a:pt x="10428" y="1199"/>
                    </a:cubicBezTo>
                    <a:lnTo>
                      <a:pt x="1940" y="20"/>
                    </a:lnTo>
                    <a:cubicBezTo>
                      <a:pt x="1846" y="7"/>
                      <a:pt x="1753" y="1"/>
                      <a:pt x="1663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26"/>
              <p:cNvSpPr/>
              <p:nvPr/>
            </p:nvSpPr>
            <p:spPr>
              <a:xfrm>
                <a:off x="1869181" y="1868649"/>
                <a:ext cx="542977" cy="150920"/>
              </a:xfrm>
              <a:custGeom>
                <a:rect b="b" l="l" r="r" t="t"/>
                <a:pathLst>
                  <a:path extrusionOk="0" h="1966" w="7073">
                    <a:moveTo>
                      <a:pt x="816" y="1"/>
                    </a:moveTo>
                    <a:cubicBezTo>
                      <a:pt x="355" y="1"/>
                      <a:pt x="0" y="251"/>
                      <a:pt x="0" y="608"/>
                    </a:cubicBezTo>
                    <a:cubicBezTo>
                      <a:pt x="0" y="1005"/>
                      <a:pt x="437" y="1368"/>
                      <a:pt x="973" y="1420"/>
                    </a:cubicBezTo>
                    <a:cubicBezTo>
                      <a:pt x="1020" y="1425"/>
                      <a:pt x="1067" y="1428"/>
                      <a:pt x="1112" y="1428"/>
                    </a:cubicBezTo>
                    <a:cubicBezTo>
                      <a:pt x="1570" y="1428"/>
                      <a:pt x="1922" y="1173"/>
                      <a:pt x="1922" y="827"/>
                    </a:cubicBezTo>
                    <a:cubicBezTo>
                      <a:pt x="1922" y="442"/>
                      <a:pt x="1502" y="85"/>
                      <a:pt x="973" y="10"/>
                    </a:cubicBezTo>
                    <a:cubicBezTo>
                      <a:pt x="919" y="4"/>
                      <a:pt x="867" y="1"/>
                      <a:pt x="816" y="1"/>
                    </a:cubicBezTo>
                    <a:close/>
                    <a:moveTo>
                      <a:pt x="6129" y="642"/>
                    </a:moveTo>
                    <a:cubicBezTo>
                      <a:pt x="5726" y="642"/>
                      <a:pt x="5415" y="877"/>
                      <a:pt x="5415" y="1213"/>
                    </a:cubicBezTo>
                    <a:cubicBezTo>
                      <a:pt x="5415" y="1581"/>
                      <a:pt x="5789" y="1909"/>
                      <a:pt x="6250" y="1961"/>
                    </a:cubicBezTo>
                    <a:cubicBezTo>
                      <a:pt x="6282" y="1964"/>
                      <a:pt x="6314" y="1965"/>
                      <a:pt x="6346" y="1965"/>
                    </a:cubicBezTo>
                    <a:cubicBezTo>
                      <a:pt x="6755" y="1965"/>
                      <a:pt x="7073" y="1728"/>
                      <a:pt x="7073" y="1403"/>
                    </a:cubicBezTo>
                    <a:cubicBezTo>
                      <a:pt x="7067" y="1040"/>
                      <a:pt x="6704" y="712"/>
                      <a:pt x="6250" y="649"/>
                    </a:cubicBezTo>
                    <a:cubicBezTo>
                      <a:pt x="6209" y="644"/>
                      <a:pt x="6169" y="642"/>
                      <a:pt x="6129" y="642"/>
                    </a:cubicBezTo>
                    <a:close/>
                  </a:path>
                </a:pathLst>
              </a:custGeom>
              <a:solidFill>
                <a:srgbClr val="F3F7F8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26"/>
              <p:cNvSpPr/>
              <p:nvPr/>
            </p:nvSpPr>
            <p:spPr>
              <a:xfrm>
                <a:off x="1638572" y="1464239"/>
                <a:ext cx="1018781" cy="568215"/>
              </a:xfrm>
              <a:custGeom>
                <a:rect b="b" l="l" r="r" t="t"/>
                <a:pathLst>
                  <a:path extrusionOk="0" h="7402" w="13271">
                    <a:moveTo>
                      <a:pt x="6768" y="524"/>
                    </a:moveTo>
                    <a:cubicBezTo>
                      <a:pt x="4028" y="1"/>
                      <a:pt x="1456" y="732"/>
                      <a:pt x="0" y="2337"/>
                    </a:cubicBezTo>
                    <a:cubicBezTo>
                      <a:pt x="414" y="3655"/>
                      <a:pt x="2503" y="5497"/>
                      <a:pt x="5812" y="6486"/>
                    </a:cubicBezTo>
                    <a:cubicBezTo>
                      <a:pt x="8839" y="7401"/>
                      <a:pt x="10934" y="7355"/>
                      <a:pt x="13271" y="6964"/>
                    </a:cubicBezTo>
                    <a:cubicBezTo>
                      <a:pt x="13271" y="4092"/>
                      <a:pt x="10514" y="1244"/>
                      <a:pt x="6768" y="524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26"/>
              <p:cNvSpPr/>
              <p:nvPr/>
            </p:nvSpPr>
            <p:spPr>
              <a:xfrm>
                <a:off x="1435753" y="1242075"/>
                <a:ext cx="1302054" cy="651197"/>
              </a:xfrm>
              <a:custGeom>
                <a:rect b="b" l="l" r="r" t="t"/>
                <a:pathLst>
                  <a:path extrusionOk="0" h="8483" w="16961">
                    <a:moveTo>
                      <a:pt x="16960" y="8483"/>
                    </a:moveTo>
                    <a:lnTo>
                      <a:pt x="16442" y="8414"/>
                    </a:lnTo>
                    <a:cubicBezTo>
                      <a:pt x="16442" y="5594"/>
                      <a:pt x="13501" y="2659"/>
                      <a:pt x="9496" y="1778"/>
                    </a:cubicBezTo>
                    <a:cubicBezTo>
                      <a:pt x="4961" y="788"/>
                      <a:pt x="818" y="2745"/>
                      <a:pt x="818" y="6267"/>
                    </a:cubicBezTo>
                    <a:lnTo>
                      <a:pt x="1" y="6152"/>
                    </a:lnTo>
                    <a:cubicBezTo>
                      <a:pt x="1" y="2187"/>
                      <a:pt x="4558" y="0"/>
                      <a:pt x="9496" y="1122"/>
                    </a:cubicBezTo>
                    <a:cubicBezTo>
                      <a:pt x="13818" y="2118"/>
                      <a:pt x="16960" y="5369"/>
                      <a:pt x="16960" y="8483"/>
                    </a:cubicBezTo>
                    <a:close/>
                  </a:path>
                </a:pathLst>
              </a:custGeom>
              <a:solidFill>
                <a:srgbClr val="0C343D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26"/>
              <p:cNvSpPr/>
              <p:nvPr/>
            </p:nvSpPr>
            <p:spPr>
              <a:xfrm>
                <a:off x="2731048" y="1636121"/>
                <a:ext cx="31014" cy="285412"/>
              </a:xfrm>
              <a:custGeom>
                <a:rect b="b" l="l" r="r" t="t"/>
                <a:pathLst>
                  <a:path extrusionOk="0" h="3718" w="404">
                    <a:moveTo>
                      <a:pt x="202" y="3701"/>
                    </a:moveTo>
                    <a:lnTo>
                      <a:pt x="202" y="3701"/>
                    </a:lnTo>
                    <a:cubicBezTo>
                      <a:pt x="99" y="3689"/>
                      <a:pt x="1" y="3580"/>
                      <a:pt x="1" y="3453"/>
                    </a:cubicBezTo>
                    <a:lnTo>
                      <a:pt x="1" y="208"/>
                    </a:lnTo>
                    <a:cubicBezTo>
                      <a:pt x="1" y="87"/>
                      <a:pt x="87" y="0"/>
                      <a:pt x="202" y="18"/>
                    </a:cubicBezTo>
                    <a:lnTo>
                      <a:pt x="202" y="18"/>
                    </a:lnTo>
                    <a:cubicBezTo>
                      <a:pt x="311" y="41"/>
                      <a:pt x="404" y="156"/>
                      <a:pt x="404" y="277"/>
                    </a:cubicBezTo>
                    <a:lnTo>
                      <a:pt x="404" y="3511"/>
                    </a:lnTo>
                    <a:cubicBezTo>
                      <a:pt x="404" y="3626"/>
                      <a:pt x="311" y="3718"/>
                      <a:pt x="202" y="3701"/>
                    </a:cubicBezTo>
                    <a:close/>
                  </a:path>
                </a:pathLst>
              </a:custGeom>
              <a:solidFill>
                <a:srgbClr val="0C343D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26"/>
              <p:cNvSpPr/>
              <p:nvPr/>
            </p:nvSpPr>
            <p:spPr>
              <a:xfrm>
                <a:off x="2356884" y="2088971"/>
                <a:ext cx="391898" cy="288483"/>
              </a:xfrm>
              <a:custGeom>
                <a:rect b="b" l="l" r="r" t="t"/>
                <a:pathLst>
                  <a:path extrusionOk="0" h="3758" w="5105">
                    <a:moveTo>
                      <a:pt x="259" y="3758"/>
                    </a:moveTo>
                    <a:cubicBezTo>
                      <a:pt x="127" y="3752"/>
                      <a:pt x="12" y="3643"/>
                      <a:pt x="6" y="3499"/>
                    </a:cubicBezTo>
                    <a:cubicBezTo>
                      <a:pt x="0" y="3355"/>
                      <a:pt x="110" y="3234"/>
                      <a:pt x="242" y="3234"/>
                    </a:cubicBezTo>
                    <a:cubicBezTo>
                      <a:pt x="4155" y="3177"/>
                      <a:pt x="4633" y="328"/>
                      <a:pt x="4656" y="207"/>
                    </a:cubicBezTo>
                    <a:cubicBezTo>
                      <a:pt x="4673" y="75"/>
                      <a:pt x="4783" y="0"/>
                      <a:pt x="4903" y="29"/>
                    </a:cubicBezTo>
                    <a:cubicBezTo>
                      <a:pt x="5019" y="63"/>
                      <a:pt x="5105" y="190"/>
                      <a:pt x="5088" y="322"/>
                    </a:cubicBezTo>
                    <a:cubicBezTo>
                      <a:pt x="5076" y="357"/>
                      <a:pt x="4547" y="3660"/>
                      <a:pt x="271" y="3752"/>
                    </a:cubicBezTo>
                    <a:cubicBezTo>
                      <a:pt x="265" y="3758"/>
                      <a:pt x="265" y="3758"/>
                      <a:pt x="259" y="3758"/>
                    </a:cubicBezTo>
                    <a:close/>
                  </a:path>
                </a:pathLst>
              </a:custGeom>
              <a:solidFill>
                <a:srgbClr val="0C343D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26"/>
              <p:cNvSpPr/>
              <p:nvPr/>
            </p:nvSpPr>
            <p:spPr>
              <a:xfrm>
                <a:off x="2671016" y="1833566"/>
                <a:ext cx="141406" cy="306676"/>
              </a:xfrm>
              <a:custGeom>
                <a:rect b="b" l="l" r="r" t="t"/>
                <a:pathLst>
                  <a:path extrusionOk="0" h="3995" w="1842">
                    <a:moveTo>
                      <a:pt x="1209" y="3972"/>
                    </a:moveTo>
                    <a:lnTo>
                      <a:pt x="345" y="3903"/>
                    </a:lnTo>
                    <a:cubicBezTo>
                      <a:pt x="161" y="3885"/>
                      <a:pt x="259" y="3822"/>
                      <a:pt x="259" y="3621"/>
                    </a:cubicBezTo>
                    <a:cubicBezTo>
                      <a:pt x="259" y="3621"/>
                      <a:pt x="691" y="1837"/>
                      <a:pt x="0" y="306"/>
                    </a:cubicBezTo>
                    <a:cubicBezTo>
                      <a:pt x="0" y="133"/>
                      <a:pt x="52" y="35"/>
                      <a:pt x="150" y="1"/>
                    </a:cubicBezTo>
                    <a:lnTo>
                      <a:pt x="1209" y="81"/>
                    </a:lnTo>
                    <a:cubicBezTo>
                      <a:pt x="1387" y="110"/>
                      <a:pt x="1491" y="294"/>
                      <a:pt x="1531" y="490"/>
                    </a:cubicBezTo>
                    <a:cubicBezTo>
                      <a:pt x="1813" y="1693"/>
                      <a:pt x="1842" y="2809"/>
                      <a:pt x="1531" y="3644"/>
                    </a:cubicBezTo>
                    <a:cubicBezTo>
                      <a:pt x="1462" y="3828"/>
                      <a:pt x="1387" y="3995"/>
                      <a:pt x="1209" y="3972"/>
                    </a:cubicBezTo>
                    <a:close/>
                  </a:path>
                </a:pathLst>
              </a:custGeom>
              <a:solidFill>
                <a:srgbClr val="0C343D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26"/>
              <p:cNvSpPr/>
              <p:nvPr/>
            </p:nvSpPr>
            <p:spPr>
              <a:xfrm>
                <a:off x="2282650" y="2306759"/>
                <a:ext cx="140561" cy="98566"/>
              </a:xfrm>
              <a:custGeom>
                <a:rect b="b" l="l" r="r" t="t"/>
                <a:pathLst>
                  <a:path extrusionOk="0" h="1284" w="1831">
                    <a:moveTo>
                      <a:pt x="1" y="616"/>
                    </a:moveTo>
                    <a:lnTo>
                      <a:pt x="1" y="616"/>
                    </a:lnTo>
                    <a:cubicBezTo>
                      <a:pt x="1" y="271"/>
                      <a:pt x="277" y="0"/>
                      <a:pt x="605" y="23"/>
                    </a:cubicBezTo>
                    <a:lnTo>
                      <a:pt x="1249" y="52"/>
                    </a:lnTo>
                    <a:cubicBezTo>
                      <a:pt x="1572" y="69"/>
                      <a:pt x="1831" y="345"/>
                      <a:pt x="1831" y="685"/>
                    </a:cubicBezTo>
                    <a:lnTo>
                      <a:pt x="1831" y="685"/>
                    </a:lnTo>
                    <a:cubicBezTo>
                      <a:pt x="1831" y="1019"/>
                      <a:pt x="1572" y="1283"/>
                      <a:pt x="1249" y="1278"/>
                    </a:cubicBezTo>
                    <a:lnTo>
                      <a:pt x="605" y="1260"/>
                    </a:lnTo>
                    <a:cubicBezTo>
                      <a:pt x="271" y="1249"/>
                      <a:pt x="1" y="961"/>
                      <a:pt x="1" y="616"/>
                    </a:cubicBezTo>
                    <a:close/>
                  </a:path>
                </a:pathLst>
              </a:custGeom>
              <a:solidFill>
                <a:srgbClr val="0C343D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26"/>
              <p:cNvSpPr/>
              <p:nvPr/>
            </p:nvSpPr>
            <p:spPr>
              <a:xfrm>
                <a:off x="1327972" y="1655083"/>
                <a:ext cx="269147" cy="433953"/>
              </a:xfrm>
              <a:custGeom>
                <a:rect b="b" l="l" r="r" t="t"/>
                <a:pathLst>
                  <a:path extrusionOk="0" h="5653" w="3506">
                    <a:moveTo>
                      <a:pt x="3355" y="3080"/>
                    </a:moveTo>
                    <a:cubicBezTo>
                      <a:pt x="3212" y="4570"/>
                      <a:pt x="2492" y="5652"/>
                      <a:pt x="1733" y="5635"/>
                    </a:cubicBezTo>
                    <a:cubicBezTo>
                      <a:pt x="1232" y="5629"/>
                      <a:pt x="426" y="5635"/>
                      <a:pt x="426" y="5635"/>
                    </a:cubicBezTo>
                    <a:cubicBezTo>
                      <a:pt x="0" y="5169"/>
                      <a:pt x="541" y="3903"/>
                      <a:pt x="651" y="2815"/>
                    </a:cubicBezTo>
                    <a:cubicBezTo>
                      <a:pt x="754" y="1739"/>
                      <a:pt x="162" y="335"/>
                      <a:pt x="979" y="1"/>
                    </a:cubicBezTo>
                    <a:cubicBezTo>
                      <a:pt x="979" y="1"/>
                      <a:pt x="1876" y="139"/>
                      <a:pt x="2268" y="260"/>
                    </a:cubicBezTo>
                    <a:cubicBezTo>
                      <a:pt x="2987" y="473"/>
                      <a:pt x="3505" y="1595"/>
                      <a:pt x="3355" y="3080"/>
                    </a:cubicBezTo>
                    <a:close/>
                  </a:path>
                </a:pathLst>
              </a:custGeom>
              <a:solidFill>
                <a:srgbClr val="0C343D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26"/>
              <p:cNvSpPr/>
              <p:nvPr/>
            </p:nvSpPr>
            <p:spPr>
              <a:xfrm>
                <a:off x="1266558" y="1649786"/>
                <a:ext cx="231147" cy="443625"/>
              </a:xfrm>
              <a:custGeom>
                <a:rect b="b" l="l" r="r" t="t"/>
                <a:pathLst>
                  <a:path extrusionOk="0" h="5779" w="3011">
                    <a:moveTo>
                      <a:pt x="2861" y="3022"/>
                    </a:moveTo>
                    <a:cubicBezTo>
                      <a:pt x="2705" y="4576"/>
                      <a:pt x="1974" y="5779"/>
                      <a:pt x="1232" y="5704"/>
                    </a:cubicBezTo>
                    <a:cubicBezTo>
                      <a:pt x="484" y="5635"/>
                      <a:pt x="0" y="4311"/>
                      <a:pt x="162" y="2757"/>
                    </a:cubicBezTo>
                    <a:cubicBezTo>
                      <a:pt x="311" y="1204"/>
                      <a:pt x="1048" y="1"/>
                      <a:pt x="1784" y="70"/>
                    </a:cubicBezTo>
                    <a:cubicBezTo>
                      <a:pt x="2527" y="145"/>
                      <a:pt x="3010" y="1462"/>
                      <a:pt x="2861" y="3022"/>
                    </a:cubicBezTo>
                    <a:close/>
                  </a:path>
                </a:pathLst>
              </a:custGeom>
              <a:solidFill>
                <a:srgbClr val="0C343D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26"/>
              <p:cNvSpPr/>
              <p:nvPr/>
            </p:nvSpPr>
            <p:spPr>
              <a:xfrm>
                <a:off x="936535" y="2478564"/>
                <a:ext cx="957444" cy="1122611"/>
              </a:xfrm>
              <a:custGeom>
                <a:rect b="b" l="l" r="r" t="t"/>
                <a:pathLst>
                  <a:path extrusionOk="0" h="14624" w="12472">
                    <a:moveTo>
                      <a:pt x="7908" y="47"/>
                    </a:moveTo>
                    <a:cubicBezTo>
                      <a:pt x="6774" y="1"/>
                      <a:pt x="5698" y="565"/>
                      <a:pt x="5042" y="1520"/>
                    </a:cubicBezTo>
                    <a:cubicBezTo>
                      <a:pt x="3321" y="4052"/>
                      <a:pt x="1" y="9404"/>
                      <a:pt x="990" y="11643"/>
                    </a:cubicBezTo>
                    <a:cubicBezTo>
                      <a:pt x="2314" y="14624"/>
                      <a:pt x="12471" y="3333"/>
                      <a:pt x="11211" y="1405"/>
                    </a:cubicBezTo>
                    <a:cubicBezTo>
                      <a:pt x="10543" y="381"/>
                      <a:pt x="9105" y="93"/>
                      <a:pt x="7908" y="47"/>
                    </a:cubicBezTo>
                    <a:close/>
                  </a:path>
                </a:pathLst>
              </a:custGeom>
              <a:solidFill>
                <a:srgbClr val="76A5AF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26"/>
              <p:cNvSpPr/>
              <p:nvPr/>
            </p:nvSpPr>
            <p:spPr>
              <a:xfrm>
                <a:off x="2974297" y="4595200"/>
                <a:ext cx="715241" cy="165725"/>
              </a:xfrm>
              <a:custGeom>
                <a:rect b="b" l="l" r="r" t="t"/>
                <a:pathLst>
                  <a:path extrusionOk="0" h="2159" w="18704">
                    <a:moveTo>
                      <a:pt x="18704" y="1082"/>
                    </a:moveTo>
                    <a:cubicBezTo>
                      <a:pt x="18704" y="1675"/>
                      <a:pt x="14520" y="2158"/>
                      <a:pt x="9352" y="2158"/>
                    </a:cubicBezTo>
                    <a:cubicBezTo>
                      <a:pt x="4190" y="2158"/>
                      <a:pt x="1" y="1675"/>
                      <a:pt x="1" y="1082"/>
                    </a:cubicBezTo>
                    <a:cubicBezTo>
                      <a:pt x="1" y="484"/>
                      <a:pt x="4190" y="0"/>
                      <a:pt x="9352" y="0"/>
                    </a:cubicBezTo>
                    <a:cubicBezTo>
                      <a:pt x="14520" y="0"/>
                      <a:pt x="18704" y="484"/>
                      <a:pt x="18704" y="1082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26"/>
              <p:cNvSpPr/>
              <p:nvPr/>
            </p:nvSpPr>
            <p:spPr>
              <a:xfrm>
                <a:off x="3386257" y="3189429"/>
                <a:ext cx="41992" cy="47364"/>
              </a:xfrm>
              <a:custGeom>
                <a:rect b="b" l="l" r="r" t="t"/>
                <a:pathLst>
                  <a:path extrusionOk="0" h="617" w="547">
                    <a:moveTo>
                      <a:pt x="0" y="311"/>
                    </a:moveTo>
                    <a:cubicBezTo>
                      <a:pt x="0" y="484"/>
                      <a:pt x="121" y="616"/>
                      <a:pt x="271" y="616"/>
                    </a:cubicBezTo>
                    <a:cubicBezTo>
                      <a:pt x="426" y="616"/>
                      <a:pt x="547" y="484"/>
                      <a:pt x="547" y="311"/>
                    </a:cubicBezTo>
                    <a:cubicBezTo>
                      <a:pt x="547" y="138"/>
                      <a:pt x="426" y="0"/>
                      <a:pt x="271" y="0"/>
                    </a:cubicBezTo>
                    <a:cubicBezTo>
                      <a:pt x="121" y="0"/>
                      <a:pt x="0" y="138"/>
                      <a:pt x="0" y="31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26"/>
              <p:cNvSpPr/>
              <p:nvPr/>
            </p:nvSpPr>
            <p:spPr>
              <a:xfrm>
                <a:off x="3298282" y="3187203"/>
                <a:ext cx="108780" cy="291170"/>
              </a:xfrm>
              <a:custGeom>
                <a:rect b="b" l="l" r="r" t="t"/>
                <a:pathLst>
                  <a:path extrusionOk="0" h="3793" w="1417">
                    <a:moveTo>
                      <a:pt x="1" y="1951"/>
                    </a:moveTo>
                    <a:cubicBezTo>
                      <a:pt x="1" y="1951"/>
                      <a:pt x="122" y="3684"/>
                      <a:pt x="496" y="3718"/>
                    </a:cubicBezTo>
                    <a:cubicBezTo>
                      <a:pt x="1215" y="3793"/>
                      <a:pt x="1417" y="1951"/>
                      <a:pt x="1417" y="1951"/>
                    </a:cubicBezTo>
                    <a:lnTo>
                      <a:pt x="1417" y="1"/>
                    </a:lnTo>
                    <a:lnTo>
                      <a:pt x="1" y="1"/>
                    </a:lnTo>
                    <a:lnTo>
                      <a:pt x="1" y="1951"/>
                    </a:ln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26"/>
              <p:cNvSpPr/>
              <p:nvPr/>
            </p:nvSpPr>
            <p:spPr>
              <a:xfrm>
                <a:off x="3298282" y="3185897"/>
                <a:ext cx="109701" cy="129963"/>
              </a:xfrm>
              <a:custGeom>
                <a:rect b="b" l="l" r="r" t="t"/>
                <a:pathLst>
                  <a:path extrusionOk="0" h="1693" w="1429">
                    <a:moveTo>
                      <a:pt x="398" y="1692"/>
                    </a:moveTo>
                    <a:lnTo>
                      <a:pt x="398" y="1692"/>
                    </a:lnTo>
                    <a:cubicBezTo>
                      <a:pt x="254" y="1692"/>
                      <a:pt x="122" y="1663"/>
                      <a:pt x="1" y="1606"/>
                    </a:cubicBezTo>
                    <a:lnTo>
                      <a:pt x="1" y="0"/>
                    </a:lnTo>
                    <a:lnTo>
                      <a:pt x="1417" y="0"/>
                    </a:lnTo>
                    <a:lnTo>
                      <a:pt x="1417" y="645"/>
                    </a:lnTo>
                    <a:cubicBezTo>
                      <a:pt x="1428" y="1226"/>
                      <a:pt x="956" y="1692"/>
                      <a:pt x="398" y="1692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26"/>
              <p:cNvSpPr/>
              <p:nvPr/>
            </p:nvSpPr>
            <p:spPr>
              <a:xfrm>
                <a:off x="3254140" y="3084258"/>
                <a:ext cx="153842" cy="216554"/>
              </a:xfrm>
              <a:custGeom>
                <a:rect b="b" l="l" r="r" t="t"/>
                <a:pathLst>
                  <a:path extrusionOk="0" h="2821" w="2004">
                    <a:moveTo>
                      <a:pt x="973" y="2821"/>
                    </a:moveTo>
                    <a:lnTo>
                      <a:pt x="973" y="2821"/>
                    </a:lnTo>
                    <a:cubicBezTo>
                      <a:pt x="1531" y="2821"/>
                      <a:pt x="2003" y="2349"/>
                      <a:pt x="2003" y="1779"/>
                    </a:cubicBezTo>
                    <a:lnTo>
                      <a:pt x="2003" y="944"/>
                    </a:lnTo>
                    <a:cubicBezTo>
                      <a:pt x="2003" y="403"/>
                      <a:pt x="1560" y="1"/>
                      <a:pt x="1031" y="29"/>
                    </a:cubicBezTo>
                    <a:lnTo>
                      <a:pt x="1031" y="29"/>
                    </a:lnTo>
                    <a:cubicBezTo>
                      <a:pt x="513" y="58"/>
                      <a:pt x="81" y="490"/>
                      <a:pt x="58" y="1008"/>
                    </a:cubicBezTo>
                    <a:lnTo>
                      <a:pt x="23" y="1813"/>
                    </a:lnTo>
                    <a:cubicBezTo>
                      <a:pt x="0" y="2372"/>
                      <a:pt x="421" y="2821"/>
                      <a:pt x="973" y="282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26"/>
              <p:cNvSpPr/>
              <p:nvPr/>
            </p:nvSpPr>
            <p:spPr>
              <a:xfrm>
                <a:off x="3247538" y="3022844"/>
                <a:ext cx="193531" cy="195367"/>
              </a:xfrm>
              <a:custGeom>
                <a:rect b="b" l="l" r="r" t="t"/>
                <a:pathLst>
                  <a:path extrusionOk="0" h="2545" w="2521">
                    <a:moveTo>
                      <a:pt x="1473" y="1405"/>
                    </a:moveTo>
                    <a:cubicBezTo>
                      <a:pt x="1560" y="1319"/>
                      <a:pt x="1801" y="1911"/>
                      <a:pt x="1893" y="2055"/>
                    </a:cubicBezTo>
                    <a:cubicBezTo>
                      <a:pt x="1986" y="2199"/>
                      <a:pt x="1957" y="2544"/>
                      <a:pt x="1957" y="2544"/>
                    </a:cubicBezTo>
                    <a:lnTo>
                      <a:pt x="2089" y="2544"/>
                    </a:lnTo>
                    <a:lnTo>
                      <a:pt x="2089" y="2170"/>
                    </a:lnTo>
                    <a:cubicBezTo>
                      <a:pt x="2089" y="2170"/>
                      <a:pt x="2181" y="2147"/>
                      <a:pt x="2250" y="2228"/>
                    </a:cubicBezTo>
                    <a:cubicBezTo>
                      <a:pt x="2250" y="2228"/>
                      <a:pt x="2521" y="1652"/>
                      <a:pt x="2452" y="1336"/>
                    </a:cubicBezTo>
                    <a:cubicBezTo>
                      <a:pt x="2377" y="904"/>
                      <a:pt x="2262" y="893"/>
                      <a:pt x="2106" y="617"/>
                    </a:cubicBezTo>
                    <a:cubicBezTo>
                      <a:pt x="1784" y="24"/>
                      <a:pt x="6" y="1"/>
                      <a:pt x="6" y="1687"/>
                    </a:cubicBezTo>
                    <a:cubicBezTo>
                      <a:pt x="0" y="1693"/>
                      <a:pt x="1042" y="1854"/>
                      <a:pt x="1473" y="1405"/>
                    </a:cubicBezTo>
                    <a:close/>
                  </a:path>
                </a:pathLst>
              </a:custGeom>
              <a:solidFill>
                <a:srgbClr val="0C343D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26"/>
              <p:cNvSpPr/>
              <p:nvPr/>
            </p:nvSpPr>
            <p:spPr>
              <a:xfrm>
                <a:off x="2855641" y="3298515"/>
                <a:ext cx="353054" cy="306216"/>
              </a:xfrm>
              <a:custGeom>
                <a:rect b="b" l="l" r="r" t="t"/>
                <a:pathLst>
                  <a:path extrusionOk="0" h="3989" w="4599">
                    <a:moveTo>
                      <a:pt x="449" y="329"/>
                    </a:moveTo>
                    <a:cubicBezTo>
                      <a:pt x="996" y="709"/>
                      <a:pt x="1399" y="588"/>
                      <a:pt x="1399" y="588"/>
                    </a:cubicBezTo>
                    <a:cubicBezTo>
                      <a:pt x="1399" y="588"/>
                      <a:pt x="1341" y="444"/>
                      <a:pt x="1313" y="231"/>
                    </a:cubicBezTo>
                    <a:cubicBezTo>
                      <a:pt x="1284" y="1"/>
                      <a:pt x="1577" y="133"/>
                      <a:pt x="1641" y="519"/>
                    </a:cubicBezTo>
                    <a:cubicBezTo>
                      <a:pt x="1681" y="789"/>
                      <a:pt x="2492" y="2360"/>
                      <a:pt x="3125" y="2763"/>
                    </a:cubicBezTo>
                    <a:lnTo>
                      <a:pt x="3586" y="2130"/>
                    </a:lnTo>
                    <a:lnTo>
                      <a:pt x="4599" y="2636"/>
                    </a:lnTo>
                    <a:cubicBezTo>
                      <a:pt x="4599" y="2636"/>
                      <a:pt x="3730" y="3989"/>
                      <a:pt x="3223" y="3960"/>
                    </a:cubicBezTo>
                    <a:cubicBezTo>
                      <a:pt x="2458" y="3914"/>
                      <a:pt x="1324" y="1439"/>
                      <a:pt x="1324" y="1439"/>
                    </a:cubicBezTo>
                    <a:cubicBezTo>
                      <a:pt x="939" y="916"/>
                      <a:pt x="214" y="916"/>
                      <a:pt x="104" y="801"/>
                    </a:cubicBezTo>
                    <a:cubicBezTo>
                      <a:pt x="1" y="674"/>
                      <a:pt x="208" y="156"/>
                      <a:pt x="449" y="329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26"/>
              <p:cNvSpPr/>
              <p:nvPr/>
            </p:nvSpPr>
            <p:spPr>
              <a:xfrm>
                <a:off x="3091087" y="3331678"/>
                <a:ext cx="532459" cy="433876"/>
              </a:xfrm>
              <a:custGeom>
                <a:rect b="b" l="l" r="r" t="t"/>
                <a:pathLst>
                  <a:path extrusionOk="0" h="5652" w="6936">
                    <a:moveTo>
                      <a:pt x="6935" y="2492"/>
                    </a:moveTo>
                    <a:lnTo>
                      <a:pt x="5756" y="472"/>
                    </a:lnTo>
                    <a:cubicBezTo>
                      <a:pt x="5727" y="415"/>
                      <a:pt x="5687" y="357"/>
                      <a:pt x="5641" y="305"/>
                    </a:cubicBezTo>
                    <a:cubicBezTo>
                      <a:pt x="5635" y="300"/>
                      <a:pt x="5629" y="288"/>
                      <a:pt x="5629" y="282"/>
                    </a:cubicBezTo>
                    <a:lnTo>
                      <a:pt x="5595" y="248"/>
                    </a:lnTo>
                    <a:lnTo>
                      <a:pt x="5554" y="213"/>
                    </a:lnTo>
                    <a:lnTo>
                      <a:pt x="5543" y="196"/>
                    </a:lnTo>
                    <a:cubicBezTo>
                      <a:pt x="5428" y="104"/>
                      <a:pt x="5249" y="0"/>
                      <a:pt x="4996" y="0"/>
                    </a:cubicBezTo>
                    <a:lnTo>
                      <a:pt x="4087" y="0"/>
                    </a:lnTo>
                    <a:cubicBezTo>
                      <a:pt x="4087" y="0"/>
                      <a:pt x="3972" y="950"/>
                      <a:pt x="3091" y="731"/>
                    </a:cubicBezTo>
                    <a:cubicBezTo>
                      <a:pt x="2671" y="622"/>
                      <a:pt x="2706" y="0"/>
                      <a:pt x="2706" y="0"/>
                    </a:cubicBezTo>
                    <a:lnTo>
                      <a:pt x="2096" y="0"/>
                    </a:lnTo>
                    <a:cubicBezTo>
                      <a:pt x="1796" y="0"/>
                      <a:pt x="1526" y="161"/>
                      <a:pt x="1371" y="392"/>
                    </a:cubicBezTo>
                    <a:lnTo>
                      <a:pt x="53" y="1899"/>
                    </a:lnTo>
                    <a:cubicBezTo>
                      <a:pt x="1" y="2009"/>
                      <a:pt x="904" y="3189"/>
                      <a:pt x="1140" y="2930"/>
                    </a:cubicBezTo>
                    <a:lnTo>
                      <a:pt x="1227" y="2814"/>
                    </a:lnTo>
                    <a:lnTo>
                      <a:pt x="1227" y="5652"/>
                    </a:lnTo>
                    <a:lnTo>
                      <a:pt x="5859" y="5652"/>
                    </a:lnTo>
                    <a:lnTo>
                      <a:pt x="5859" y="3096"/>
                    </a:lnTo>
                    <a:lnTo>
                      <a:pt x="5859" y="3327"/>
                    </a:lnTo>
                    <a:cubicBezTo>
                      <a:pt x="6182" y="3235"/>
                      <a:pt x="6792" y="2907"/>
                      <a:pt x="6935" y="2492"/>
                    </a:cubicBezTo>
                    <a:close/>
                  </a:path>
                </a:pathLst>
              </a:custGeom>
              <a:solidFill>
                <a:srgbClr val="88ADA5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26"/>
              <p:cNvSpPr/>
              <p:nvPr/>
            </p:nvSpPr>
            <p:spPr>
              <a:xfrm>
                <a:off x="3170618" y="3763724"/>
                <a:ext cx="221014" cy="831518"/>
              </a:xfrm>
              <a:custGeom>
                <a:rect b="b" l="l" r="r" t="t"/>
                <a:pathLst>
                  <a:path extrusionOk="0" h="10832" w="2879">
                    <a:moveTo>
                      <a:pt x="1" y="10831"/>
                    </a:moveTo>
                    <a:lnTo>
                      <a:pt x="1324" y="10831"/>
                    </a:lnTo>
                    <a:lnTo>
                      <a:pt x="2878" y="1"/>
                    </a:lnTo>
                    <a:lnTo>
                      <a:pt x="242" y="1"/>
                    </a:lnTo>
                    <a:close/>
                  </a:path>
                </a:pathLst>
              </a:custGeom>
              <a:solidFill>
                <a:srgbClr val="134F5C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26"/>
              <p:cNvSpPr/>
              <p:nvPr/>
            </p:nvSpPr>
            <p:spPr>
              <a:xfrm>
                <a:off x="3236484" y="3763724"/>
                <a:ext cx="155147" cy="831518"/>
              </a:xfrm>
              <a:custGeom>
                <a:rect b="b" l="l" r="r" t="t"/>
                <a:pathLst>
                  <a:path extrusionOk="0" h="10832" w="2021">
                    <a:moveTo>
                      <a:pt x="1554" y="1"/>
                    </a:moveTo>
                    <a:lnTo>
                      <a:pt x="0" y="10831"/>
                    </a:lnTo>
                    <a:lnTo>
                      <a:pt x="466" y="10831"/>
                    </a:lnTo>
                    <a:lnTo>
                      <a:pt x="2020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26"/>
              <p:cNvSpPr/>
              <p:nvPr/>
            </p:nvSpPr>
            <p:spPr>
              <a:xfrm>
                <a:off x="3316015" y="3763724"/>
                <a:ext cx="222703" cy="831518"/>
              </a:xfrm>
              <a:custGeom>
                <a:rect b="b" l="l" r="r" t="t"/>
                <a:pathLst>
                  <a:path extrusionOk="0" h="10832" w="2901">
                    <a:moveTo>
                      <a:pt x="1600" y="10831"/>
                    </a:moveTo>
                    <a:lnTo>
                      <a:pt x="2901" y="10831"/>
                    </a:lnTo>
                    <a:lnTo>
                      <a:pt x="2849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134F5C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" name="Google Shape;453;p26"/>
              <p:cNvSpPr/>
              <p:nvPr/>
            </p:nvSpPr>
            <p:spPr>
              <a:xfrm>
                <a:off x="3427328" y="3763724"/>
                <a:ext cx="111390" cy="831518"/>
              </a:xfrm>
              <a:custGeom>
                <a:rect b="b" l="l" r="r" t="t"/>
                <a:pathLst>
                  <a:path extrusionOk="0" h="10832" w="1451">
                    <a:moveTo>
                      <a:pt x="0" y="1"/>
                    </a:moveTo>
                    <a:cubicBezTo>
                      <a:pt x="0" y="1100"/>
                      <a:pt x="829" y="1129"/>
                      <a:pt x="818" y="2210"/>
                    </a:cubicBezTo>
                    <a:cubicBezTo>
                      <a:pt x="766" y="5531"/>
                      <a:pt x="818" y="10831"/>
                      <a:pt x="818" y="10831"/>
                    </a:cubicBezTo>
                    <a:lnTo>
                      <a:pt x="1451" y="10831"/>
                    </a:lnTo>
                    <a:lnTo>
                      <a:pt x="1399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26"/>
              <p:cNvSpPr/>
              <p:nvPr/>
            </p:nvSpPr>
            <p:spPr>
              <a:xfrm>
                <a:off x="3185203" y="3415201"/>
                <a:ext cx="51357" cy="255858"/>
              </a:xfrm>
              <a:custGeom>
                <a:rect b="b" l="l" r="r" t="t"/>
                <a:pathLst>
                  <a:path extrusionOk="0" h="3333" w="669">
                    <a:moveTo>
                      <a:pt x="668" y="0"/>
                    </a:moveTo>
                    <a:lnTo>
                      <a:pt x="668" y="0"/>
                    </a:lnTo>
                    <a:cubicBezTo>
                      <a:pt x="404" y="46"/>
                      <a:pt x="317" y="512"/>
                      <a:pt x="1" y="806"/>
                    </a:cubicBezTo>
                    <a:lnTo>
                      <a:pt x="1" y="3332"/>
                    </a:lnTo>
                    <a:cubicBezTo>
                      <a:pt x="58" y="3102"/>
                      <a:pt x="317" y="1514"/>
                      <a:pt x="668" y="0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26"/>
              <p:cNvSpPr/>
              <p:nvPr/>
            </p:nvSpPr>
            <p:spPr>
              <a:xfrm>
                <a:off x="3450742" y="4594729"/>
                <a:ext cx="213414" cy="86207"/>
              </a:xfrm>
              <a:custGeom>
                <a:rect b="b" l="l" r="r" t="t"/>
                <a:pathLst>
                  <a:path extrusionOk="0" h="1123" w="2780">
                    <a:moveTo>
                      <a:pt x="0" y="6"/>
                    </a:moveTo>
                    <a:lnTo>
                      <a:pt x="0" y="1123"/>
                    </a:lnTo>
                    <a:lnTo>
                      <a:pt x="2671" y="1123"/>
                    </a:lnTo>
                    <a:cubicBezTo>
                      <a:pt x="2671" y="1123"/>
                      <a:pt x="2780" y="564"/>
                      <a:pt x="1802" y="518"/>
                    </a:cubicBezTo>
                    <a:cubicBezTo>
                      <a:pt x="1088" y="490"/>
                      <a:pt x="1007" y="0"/>
                      <a:pt x="100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C343D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26"/>
              <p:cNvSpPr/>
              <p:nvPr/>
            </p:nvSpPr>
            <p:spPr>
              <a:xfrm>
                <a:off x="3170618" y="4595190"/>
                <a:ext cx="87592" cy="86207"/>
              </a:xfrm>
              <a:custGeom>
                <a:rect b="b" l="l" r="r" t="t"/>
                <a:pathLst>
                  <a:path extrusionOk="0" h="1123" w="1141">
                    <a:moveTo>
                      <a:pt x="1" y="1122"/>
                    </a:moveTo>
                    <a:lnTo>
                      <a:pt x="1140" y="1122"/>
                    </a:lnTo>
                    <a:lnTo>
                      <a:pt x="1140" y="0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rgbClr val="0C343D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26"/>
              <p:cNvSpPr/>
              <p:nvPr/>
            </p:nvSpPr>
            <p:spPr>
              <a:xfrm>
                <a:off x="3132234" y="4622979"/>
                <a:ext cx="113155" cy="58418"/>
              </a:xfrm>
              <a:custGeom>
                <a:rect b="b" l="l" r="r" t="t"/>
                <a:pathLst>
                  <a:path extrusionOk="0" h="761" w="1474">
                    <a:moveTo>
                      <a:pt x="0" y="760"/>
                    </a:moveTo>
                    <a:lnTo>
                      <a:pt x="1473" y="760"/>
                    </a:lnTo>
                    <a:lnTo>
                      <a:pt x="1473" y="398"/>
                    </a:lnTo>
                    <a:cubicBezTo>
                      <a:pt x="1473" y="173"/>
                      <a:pt x="1295" y="1"/>
                      <a:pt x="1076" y="1"/>
                    </a:cubicBezTo>
                    <a:lnTo>
                      <a:pt x="397" y="1"/>
                    </a:lnTo>
                    <a:cubicBezTo>
                      <a:pt x="173" y="1"/>
                      <a:pt x="0" y="179"/>
                      <a:pt x="0" y="398"/>
                    </a:cubicBezTo>
                    <a:close/>
                  </a:path>
                </a:pathLst>
              </a:custGeom>
              <a:solidFill>
                <a:srgbClr val="0C343D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26"/>
              <p:cNvSpPr/>
              <p:nvPr/>
            </p:nvSpPr>
            <p:spPr>
              <a:xfrm>
                <a:off x="3408750" y="3388179"/>
                <a:ext cx="129967" cy="375611"/>
              </a:xfrm>
              <a:custGeom>
                <a:rect b="b" l="l" r="r" t="t"/>
                <a:pathLst>
                  <a:path extrusionOk="0" h="4893" w="1693">
                    <a:moveTo>
                      <a:pt x="1290" y="1"/>
                    </a:moveTo>
                    <a:lnTo>
                      <a:pt x="1290" y="1"/>
                    </a:lnTo>
                    <a:cubicBezTo>
                      <a:pt x="1272" y="864"/>
                      <a:pt x="1301" y="2424"/>
                      <a:pt x="1226" y="2907"/>
                    </a:cubicBezTo>
                    <a:cubicBezTo>
                      <a:pt x="985" y="4415"/>
                      <a:pt x="1" y="4893"/>
                      <a:pt x="1" y="4893"/>
                    </a:cubicBezTo>
                    <a:lnTo>
                      <a:pt x="1693" y="4893"/>
                    </a:lnTo>
                    <a:lnTo>
                      <a:pt x="1693" y="1969"/>
                    </a:lnTo>
                    <a:cubicBezTo>
                      <a:pt x="1693" y="1497"/>
                      <a:pt x="1503" y="519"/>
                      <a:pt x="1290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26"/>
              <p:cNvSpPr/>
              <p:nvPr/>
            </p:nvSpPr>
            <p:spPr>
              <a:xfrm>
                <a:off x="3481679" y="3541099"/>
                <a:ext cx="160828" cy="295622"/>
              </a:xfrm>
              <a:custGeom>
                <a:rect b="b" l="l" r="r" t="t"/>
                <a:pathLst>
                  <a:path extrusionOk="0" h="3851" w="2095">
                    <a:moveTo>
                      <a:pt x="1715" y="0"/>
                    </a:moveTo>
                    <a:cubicBezTo>
                      <a:pt x="1715" y="0"/>
                      <a:pt x="1324" y="409"/>
                      <a:pt x="823" y="593"/>
                    </a:cubicBezTo>
                    <a:cubicBezTo>
                      <a:pt x="863" y="639"/>
                      <a:pt x="984" y="863"/>
                      <a:pt x="1042" y="1024"/>
                    </a:cubicBezTo>
                    <a:lnTo>
                      <a:pt x="363" y="2935"/>
                    </a:lnTo>
                    <a:cubicBezTo>
                      <a:pt x="363" y="2935"/>
                      <a:pt x="104" y="2941"/>
                      <a:pt x="0" y="3079"/>
                    </a:cubicBezTo>
                    <a:lnTo>
                      <a:pt x="484" y="3850"/>
                    </a:lnTo>
                    <a:lnTo>
                      <a:pt x="806" y="3229"/>
                    </a:lnTo>
                    <a:lnTo>
                      <a:pt x="1980" y="1347"/>
                    </a:lnTo>
                    <a:cubicBezTo>
                      <a:pt x="2072" y="1157"/>
                      <a:pt x="2095" y="909"/>
                      <a:pt x="1715" y="0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26"/>
              <p:cNvSpPr/>
              <p:nvPr/>
            </p:nvSpPr>
            <p:spPr>
              <a:xfrm>
                <a:off x="2824704" y="1073725"/>
                <a:ext cx="979553" cy="884026"/>
              </a:xfrm>
              <a:custGeom>
                <a:rect b="b" l="l" r="r" t="t"/>
                <a:pathLst>
                  <a:path extrusionOk="0" h="11516" w="12760">
                    <a:moveTo>
                      <a:pt x="6377" y="0"/>
                    </a:moveTo>
                    <a:cubicBezTo>
                      <a:pt x="2855" y="0"/>
                      <a:pt x="1" y="2274"/>
                      <a:pt x="1" y="5076"/>
                    </a:cubicBezTo>
                    <a:cubicBezTo>
                      <a:pt x="1" y="6877"/>
                      <a:pt x="1169" y="8460"/>
                      <a:pt x="2947" y="9358"/>
                    </a:cubicBezTo>
                    <a:cubicBezTo>
                      <a:pt x="2717" y="9847"/>
                      <a:pt x="2303" y="10474"/>
                      <a:pt x="1601" y="10739"/>
                    </a:cubicBezTo>
                    <a:cubicBezTo>
                      <a:pt x="852" y="11027"/>
                      <a:pt x="3828" y="11516"/>
                      <a:pt x="5387" y="10094"/>
                    </a:cubicBezTo>
                    <a:cubicBezTo>
                      <a:pt x="5710" y="10135"/>
                      <a:pt x="6043" y="10158"/>
                      <a:pt x="6377" y="10158"/>
                    </a:cubicBezTo>
                    <a:cubicBezTo>
                      <a:pt x="9905" y="10158"/>
                      <a:pt x="12759" y="7885"/>
                      <a:pt x="12759" y="5082"/>
                    </a:cubicBezTo>
                    <a:cubicBezTo>
                      <a:pt x="12759" y="2274"/>
                      <a:pt x="9905" y="0"/>
                      <a:pt x="6377" y="0"/>
                    </a:cubicBezTo>
                    <a:close/>
                  </a:path>
                </a:pathLst>
              </a:custGeom>
              <a:solidFill>
                <a:srgbClr val="88ADA5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61" name="Google Shape;461;p26"/>
              <p:cNvGrpSpPr/>
              <p:nvPr/>
            </p:nvGrpSpPr>
            <p:grpSpPr>
              <a:xfrm>
                <a:off x="3050673" y="1341842"/>
                <a:ext cx="527533" cy="273512"/>
                <a:chOff x="7999109" y="908965"/>
                <a:chExt cx="502460" cy="260513"/>
              </a:xfrm>
            </p:grpSpPr>
            <p:sp>
              <p:nvSpPr>
                <p:cNvPr id="462" name="Google Shape;462;p26"/>
                <p:cNvSpPr/>
                <p:nvPr/>
              </p:nvSpPr>
              <p:spPr>
                <a:xfrm>
                  <a:off x="7999109" y="908965"/>
                  <a:ext cx="178480" cy="31220"/>
                </a:xfrm>
                <a:custGeom>
                  <a:rect b="b" l="l" r="r" t="t"/>
                  <a:pathLst>
                    <a:path extrusionOk="0" h="427" w="2441">
                      <a:moveTo>
                        <a:pt x="0" y="1"/>
                      </a:moveTo>
                      <a:lnTo>
                        <a:pt x="2440" y="1"/>
                      </a:lnTo>
                      <a:lnTo>
                        <a:pt x="2440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rgbClr val="F3F7F8"/>
                </a:solidFill>
                <a:ln>
                  <a:noFill/>
                </a:ln>
              </p:spPr>
              <p:txBody>
                <a:bodyPr anchorCtr="0" anchor="ctr" bIns="101225" lIns="101225" spcFirstLastPara="1" rIns="101225" wrap="square" tIns="1012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3" name="Google Shape;463;p26"/>
                <p:cNvSpPr/>
                <p:nvPr/>
              </p:nvSpPr>
              <p:spPr>
                <a:xfrm>
                  <a:off x="7999109" y="1061705"/>
                  <a:ext cx="234853" cy="31220"/>
                </a:xfrm>
                <a:custGeom>
                  <a:rect b="b" l="l" r="r" t="t"/>
                  <a:pathLst>
                    <a:path extrusionOk="0" h="427" w="3212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rgbClr val="F3F7F8"/>
                </a:solidFill>
                <a:ln>
                  <a:noFill/>
                </a:ln>
              </p:spPr>
              <p:txBody>
                <a:bodyPr anchorCtr="0" anchor="ctr" bIns="101225" lIns="101225" spcFirstLastPara="1" rIns="101225" wrap="square" tIns="1012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4" name="Google Shape;464;p26"/>
                <p:cNvSpPr/>
                <p:nvPr/>
              </p:nvSpPr>
              <p:spPr>
                <a:xfrm>
                  <a:off x="8266715" y="1061705"/>
                  <a:ext cx="234853" cy="31220"/>
                </a:xfrm>
                <a:custGeom>
                  <a:rect b="b" l="l" r="r" t="t"/>
                  <a:pathLst>
                    <a:path extrusionOk="0" h="427" w="3212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rgbClr val="F3F7F8"/>
                </a:solidFill>
                <a:ln>
                  <a:noFill/>
                </a:ln>
              </p:spPr>
              <p:txBody>
                <a:bodyPr anchorCtr="0" anchor="ctr" bIns="101225" lIns="101225" spcFirstLastPara="1" rIns="101225" wrap="square" tIns="1012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550"/>
                    <a:t>    </a:t>
                  </a:r>
                  <a:endParaRPr sz="1550"/>
                </a:p>
              </p:txBody>
            </p:sp>
            <p:sp>
              <p:nvSpPr>
                <p:cNvPr id="465" name="Google Shape;465;p26"/>
                <p:cNvSpPr/>
                <p:nvPr/>
              </p:nvSpPr>
              <p:spPr>
                <a:xfrm>
                  <a:off x="8216192" y="908965"/>
                  <a:ext cx="285378" cy="31220"/>
                </a:xfrm>
                <a:custGeom>
                  <a:rect b="b" l="l" r="r" t="t"/>
                  <a:pathLst>
                    <a:path extrusionOk="0" h="427" w="3903">
                      <a:moveTo>
                        <a:pt x="1" y="1"/>
                      </a:moveTo>
                      <a:lnTo>
                        <a:pt x="3902" y="1"/>
                      </a:lnTo>
                      <a:lnTo>
                        <a:pt x="3902" y="426"/>
                      </a:lnTo>
                      <a:lnTo>
                        <a:pt x="1" y="426"/>
                      </a:lnTo>
                      <a:close/>
                    </a:path>
                  </a:pathLst>
                </a:custGeom>
                <a:solidFill>
                  <a:srgbClr val="F3F7F8"/>
                </a:solidFill>
                <a:ln>
                  <a:noFill/>
                </a:ln>
              </p:spPr>
              <p:txBody>
                <a:bodyPr anchorCtr="0" anchor="ctr" bIns="101225" lIns="101225" spcFirstLastPara="1" rIns="101225" wrap="square" tIns="1012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6" name="Google Shape;466;p26"/>
                <p:cNvSpPr/>
                <p:nvPr/>
              </p:nvSpPr>
              <p:spPr>
                <a:xfrm>
                  <a:off x="7999109" y="985591"/>
                  <a:ext cx="104412" cy="30781"/>
                </a:xfrm>
                <a:custGeom>
                  <a:rect b="b" l="l" r="r" t="t"/>
                  <a:pathLst>
                    <a:path extrusionOk="0" h="421" w="1428">
                      <a:moveTo>
                        <a:pt x="0" y="0"/>
                      </a:moveTo>
                      <a:lnTo>
                        <a:pt x="1427" y="0"/>
                      </a:lnTo>
                      <a:lnTo>
                        <a:pt x="1427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rgbClr val="F3F7F8"/>
                </a:solidFill>
                <a:ln>
                  <a:noFill/>
                </a:ln>
              </p:spPr>
              <p:txBody>
                <a:bodyPr anchorCtr="0" anchor="ctr" bIns="101225" lIns="101225" spcFirstLastPara="1" rIns="101225" wrap="square" tIns="1012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7" name="Google Shape;467;p26"/>
                <p:cNvSpPr/>
                <p:nvPr/>
              </p:nvSpPr>
              <p:spPr>
                <a:xfrm>
                  <a:off x="8141759" y="985591"/>
                  <a:ext cx="144334" cy="30781"/>
                </a:xfrm>
                <a:custGeom>
                  <a:rect b="b" l="l" r="r" t="t"/>
                  <a:pathLst>
                    <a:path extrusionOk="0" h="421" w="1974">
                      <a:moveTo>
                        <a:pt x="0" y="0"/>
                      </a:moveTo>
                      <a:lnTo>
                        <a:pt x="1974" y="0"/>
                      </a:lnTo>
                      <a:lnTo>
                        <a:pt x="1974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rgbClr val="F3F7F8"/>
                </a:solidFill>
                <a:ln>
                  <a:noFill/>
                </a:ln>
              </p:spPr>
              <p:txBody>
                <a:bodyPr anchorCtr="0" anchor="ctr" bIns="101225" lIns="101225" spcFirstLastPara="1" rIns="101225" wrap="square" tIns="1012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8" name="Google Shape;468;p26"/>
                <p:cNvSpPr/>
                <p:nvPr/>
              </p:nvSpPr>
              <p:spPr>
                <a:xfrm>
                  <a:off x="8328937" y="985591"/>
                  <a:ext cx="172630" cy="30781"/>
                </a:xfrm>
                <a:custGeom>
                  <a:rect b="b" l="l" r="r" t="t"/>
                  <a:pathLst>
                    <a:path extrusionOk="0" h="421" w="2361">
                      <a:moveTo>
                        <a:pt x="1" y="0"/>
                      </a:moveTo>
                      <a:lnTo>
                        <a:pt x="2360" y="0"/>
                      </a:lnTo>
                      <a:lnTo>
                        <a:pt x="2360" y="420"/>
                      </a:lnTo>
                      <a:lnTo>
                        <a:pt x="1" y="420"/>
                      </a:lnTo>
                      <a:close/>
                    </a:path>
                  </a:pathLst>
                </a:custGeom>
                <a:solidFill>
                  <a:srgbClr val="F3F7F8"/>
                </a:solidFill>
                <a:ln>
                  <a:noFill/>
                </a:ln>
              </p:spPr>
              <p:txBody>
                <a:bodyPr anchorCtr="0" anchor="ctr" bIns="101225" lIns="101225" spcFirstLastPara="1" rIns="101225" wrap="square" tIns="1012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9" name="Google Shape;469;p26"/>
                <p:cNvSpPr/>
                <p:nvPr/>
              </p:nvSpPr>
              <p:spPr>
                <a:xfrm>
                  <a:off x="7999109" y="1138696"/>
                  <a:ext cx="142287" cy="30781"/>
                </a:xfrm>
                <a:custGeom>
                  <a:rect b="b" l="l" r="r" t="t"/>
                  <a:pathLst>
                    <a:path extrusionOk="0" h="421" w="1946">
                      <a:moveTo>
                        <a:pt x="0" y="1"/>
                      </a:moveTo>
                      <a:lnTo>
                        <a:pt x="1945" y="1"/>
                      </a:lnTo>
                      <a:lnTo>
                        <a:pt x="1945" y="421"/>
                      </a:lnTo>
                      <a:lnTo>
                        <a:pt x="0" y="421"/>
                      </a:lnTo>
                      <a:close/>
                    </a:path>
                  </a:pathLst>
                </a:custGeom>
                <a:solidFill>
                  <a:srgbClr val="F3F7F8"/>
                </a:solidFill>
                <a:ln>
                  <a:noFill/>
                </a:ln>
              </p:spPr>
              <p:txBody>
                <a:bodyPr anchorCtr="0" anchor="ctr" bIns="101225" lIns="101225" spcFirstLastPara="1" rIns="101225" wrap="square" tIns="1012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470" name="Google Shape;470;p26"/>
            <p:cNvSpPr/>
            <p:nvPr/>
          </p:nvSpPr>
          <p:spPr>
            <a:xfrm>
              <a:off x="1049321" y="900579"/>
              <a:ext cx="136492" cy="136492"/>
            </a:xfrm>
            <a:custGeom>
              <a:rect b="b" l="l" r="r" t="t"/>
              <a:pathLst>
                <a:path extrusionOk="0" h="4231" w="4231">
                  <a:moveTo>
                    <a:pt x="4231" y="2118"/>
                  </a:moveTo>
                  <a:cubicBezTo>
                    <a:pt x="4231" y="3287"/>
                    <a:pt x="3287" y="4230"/>
                    <a:pt x="2119" y="4230"/>
                  </a:cubicBezTo>
                  <a:cubicBezTo>
                    <a:pt x="950" y="4230"/>
                    <a:pt x="1" y="3287"/>
                    <a:pt x="1" y="2118"/>
                  </a:cubicBezTo>
                  <a:cubicBezTo>
                    <a:pt x="1" y="950"/>
                    <a:pt x="950" y="1"/>
                    <a:pt x="2119" y="1"/>
                  </a:cubicBezTo>
                  <a:cubicBezTo>
                    <a:pt x="3287" y="1"/>
                    <a:pt x="4231" y="950"/>
                    <a:pt x="4231" y="2118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ctr" bIns="101225" lIns="101225" spcFirstLastPara="1" rIns="101225" wrap="square" tIns="101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7"/>
          <p:cNvSpPr txBox="1"/>
          <p:nvPr>
            <p:ph type="title"/>
          </p:nvPr>
        </p:nvSpPr>
        <p:spPr>
          <a:xfrm>
            <a:off x="603150" y="362825"/>
            <a:ext cx="793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Introducción</a:t>
            </a:r>
            <a:endParaRPr/>
          </a:p>
        </p:txBody>
      </p:sp>
      <p:sp>
        <p:nvSpPr>
          <p:cNvPr id="476" name="Google Shape;476;p27"/>
          <p:cNvSpPr txBox="1"/>
          <p:nvPr/>
        </p:nvSpPr>
        <p:spPr>
          <a:xfrm>
            <a:off x="708850" y="1121400"/>
            <a:ext cx="4742700" cy="29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 El objetivo del proyecto es el desarrollo de un sistema </a:t>
            </a:r>
            <a:r>
              <a:rPr b="1" lang="en" sz="1900">
                <a:latin typeface="Epilogue"/>
                <a:ea typeface="Epilogue"/>
                <a:cs typeface="Epilogue"/>
                <a:sym typeface="Epilogue"/>
              </a:rPr>
              <a:t>RAG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 (Retrieval-Augmented Generation) especializado en el mercado de ordenadores portátiles. Su función principal es actuar como un </a:t>
            </a:r>
            <a:r>
              <a:rPr b="1" lang="en" sz="1900">
                <a:latin typeface="Epilogue"/>
                <a:ea typeface="Epilogue"/>
                <a:cs typeface="Epilogue"/>
                <a:sym typeface="Epilogue"/>
              </a:rPr>
              <a:t>recomendador inteligente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, </a:t>
            </a:r>
            <a:endParaRPr sz="3600">
              <a:latin typeface="Epilogue"/>
              <a:ea typeface="Epilogue"/>
              <a:cs typeface="Epilogue"/>
              <a:sym typeface="Epilogue"/>
            </a:endParaRPr>
          </a:p>
        </p:txBody>
      </p:sp>
      <p:pic>
        <p:nvPicPr>
          <p:cNvPr id="477" name="Google Shape;477;p27" title="Gemini_Generated_Image_14wdop14wdop14wd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3300" y="-294250"/>
            <a:ext cx="4671524" cy="5638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8"/>
          <p:cNvSpPr txBox="1"/>
          <p:nvPr>
            <p:ph type="title"/>
          </p:nvPr>
        </p:nvSpPr>
        <p:spPr>
          <a:xfrm>
            <a:off x="603150" y="257150"/>
            <a:ext cx="793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Eleccion del </a:t>
            </a:r>
            <a:r>
              <a:rPr lang="en"/>
              <a:t>Dataset</a:t>
            </a:r>
            <a:endParaRPr/>
          </a:p>
        </p:txBody>
      </p:sp>
      <p:sp>
        <p:nvSpPr>
          <p:cNvPr id="483" name="Google Shape;483;p28"/>
          <p:cNvSpPr txBox="1"/>
          <p:nvPr/>
        </p:nvSpPr>
        <p:spPr>
          <a:xfrm>
            <a:off x="754993" y="935525"/>
            <a:ext cx="7797600" cy="40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latin typeface="Epilogue"/>
                <a:ea typeface="Epilogue"/>
                <a:cs typeface="Epilogue"/>
                <a:sym typeface="Epilogue"/>
              </a:rPr>
              <a:t>Fuente: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 </a:t>
            </a:r>
            <a:r>
              <a:rPr i="1" lang="en" sz="1900">
                <a:latin typeface="Epilogue"/>
                <a:ea typeface="Epilogue"/>
                <a:cs typeface="Epilogue"/>
                <a:sym typeface="Epilogue"/>
              </a:rPr>
              <a:t>Laptop Price and Specification Dataset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 (Kaggle).</a:t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latin typeface="Epilogue"/>
                <a:ea typeface="Epilogue"/>
                <a:cs typeface="Epilogue"/>
                <a:sym typeface="Epilogue"/>
              </a:rPr>
              <a:t>Selección de Datos: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 Se realizó un filtrado del conjunto original, utilizando únicamente las características relevantes para el modelo de recomendación y descartando las propiedades innecesarias.</a:t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latin typeface="Epilogue"/>
                <a:ea typeface="Epilogue"/>
                <a:cs typeface="Epilogue"/>
                <a:sym typeface="Epilogue"/>
              </a:rPr>
              <a:t>Nuevo atributos: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 </a:t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Se crearon el atributo </a:t>
            </a:r>
            <a:r>
              <a:rPr b="1" lang="en" sz="1900">
                <a:solidFill>
                  <a:srgbClr val="188038"/>
                </a:solidFill>
                <a:latin typeface="Epilogue"/>
                <a:ea typeface="Epilogue"/>
                <a:cs typeface="Epilogue"/>
                <a:sym typeface="Epilogue"/>
              </a:rPr>
              <a:t>type y </a:t>
            </a:r>
            <a:r>
              <a:rPr b="1" lang="en" sz="1900">
                <a:solidFill>
                  <a:srgbClr val="188038"/>
                </a:solidFill>
                <a:latin typeface="Epilogue"/>
                <a:ea typeface="Epilogue"/>
                <a:cs typeface="Epilogue"/>
                <a:sym typeface="Epilogue"/>
              </a:rPr>
              <a:t>url.</a:t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Epilogue"/>
              <a:ea typeface="Epilogue"/>
              <a:cs typeface="Epilogue"/>
              <a:sym typeface="Epilog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9"/>
          <p:cNvSpPr txBox="1"/>
          <p:nvPr>
            <p:ph type="title"/>
          </p:nvPr>
        </p:nvSpPr>
        <p:spPr>
          <a:xfrm>
            <a:off x="603150" y="527250"/>
            <a:ext cx="793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Enriquecimiento de Datos: Scraping</a:t>
            </a:r>
            <a:endParaRPr/>
          </a:p>
        </p:txBody>
      </p:sp>
      <p:sp>
        <p:nvSpPr>
          <p:cNvPr id="489" name="Google Shape;489;p29"/>
          <p:cNvSpPr txBox="1"/>
          <p:nvPr/>
        </p:nvSpPr>
        <p:spPr>
          <a:xfrm>
            <a:off x="849450" y="1472600"/>
            <a:ext cx="7445100" cy="27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Se implementó un proceso de </a:t>
            </a:r>
            <a:r>
              <a:rPr b="1" lang="en" sz="1900">
                <a:latin typeface="Epilogue"/>
                <a:ea typeface="Epilogue"/>
                <a:cs typeface="Epilogue"/>
                <a:sym typeface="Epilogue"/>
              </a:rPr>
              <a:t>web scraping mediante </a:t>
            </a:r>
            <a:r>
              <a:rPr b="1" lang="en" sz="1900">
                <a:solidFill>
                  <a:srgbClr val="188038"/>
                </a:solidFill>
                <a:latin typeface="Epilogue"/>
                <a:ea typeface="Epilogue"/>
                <a:cs typeface="Epilogue"/>
                <a:sym typeface="Epilogue"/>
              </a:rPr>
              <a:t>Selenium</a:t>
            </a:r>
            <a:r>
              <a:rPr lang="en" sz="1900">
                <a:solidFill>
                  <a:srgbClr val="188038"/>
                </a:solidFill>
                <a:latin typeface="Epilogue"/>
                <a:ea typeface="Epilogue"/>
                <a:cs typeface="Epilogue"/>
                <a:sym typeface="Epilogue"/>
              </a:rPr>
              <a:t>.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 Este script procesa los nombres de los portátiles para realizar búsquedas en la web obteniendo su url y 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añadiendola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 como 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parámetro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 en el nodo laptop.</a:t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</p:txBody>
      </p:sp>
      <p:pic>
        <p:nvPicPr>
          <p:cNvPr id="490" name="Google Shape;49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5475" y="3170075"/>
            <a:ext cx="3346801" cy="81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0"/>
          <p:cNvSpPr txBox="1"/>
          <p:nvPr>
            <p:ph type="title"/>
          </p:nvPr>
        </p:nvSpPr>
        <p:spPr>
          <a:xfrm>
            <a:off x="732325" y="339725"/>
            <a:ext cx="793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Modelado de Datos en Grafo (Neo4j)</a:t>
            </a:r>
            <a:endParaRPr/>
          </a:p>
        </p:txBody>
      </p:sp>
      <p:sp>
        <p:nvSpPr>
          <p:cNvPr id="496" name="Google Shape;496;p30"/>
          <p:cNvSpPr txBox="1"/>
          <p:nvPr/>
        </p:nvSpPr>
        <p:spPr>
          <a:xfrm>
            <a:off x="650125" y="900150"/>
            <a:ext cx="5552700" cy="3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50">
                <a:latin typeface="Epilogue"/>
                <a:ea typeface="Epilogue"/>
                <a:cs typeface="Epilogue"/>
                <a:sym typeface="Epilogue"/>
              </a:rPr>
              <a:t>Nodo Laptop</a:t>
            </a:r>
            <a:endParaRPr b="1" sz="1550">
              <a:latin typeface="Epilogue"/>
              <a:ea typeface="Epilogue"/>
              <a:cs typeface="Epilogue"/>
              <a:sym typeface="Epilogue"/>
            </a:endParaRPr>
          </a:p>
          <a:p>
            <a:pPr indent="-3270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50"/>
              <a:buFont typeface="Epilogue"/>
              <a:buChar char="●"/>
            </a:pPr>
            <a:r>
              <a:rPr lang="en" sz="1550">
                <a:latin typeface="Epilogue"/>
                <a:ea typeface="Epilogue"/>
                <a:cs typeface="Epilogue"/>
                <a:sym typeface="Epilogue"/>
              </a:rPr>
              <a:t>Product / Model</a:t>
            </a:r>
            <a:endParaRPr sz="1550">
              <a:latin typeface="Epilogue"/>
              <a:ea typeface="Epilogue"/>
              <a:cs typeface="Epilogue"/>
              <a:sym typeface="Epilogue"/>
            </a:endParaRPr>
          </a:p>
          <a:p>
            <a:pPr indent="-3270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50"/>
              <a:buFont typeface="Epilogue"/>
              <a:buChar char="●"/>
            </a:pPr>
            <a:r>
              <a:rPr lang="en" sz="1550">
                <a:latin typeface="Epilogue"/>
                <a:ea typeface="Epilogue"/>
                <a:cs typeface="Epilogue"/>
                <a:sym typeface="Epilogue"/>
              </a:rPr>
              <a:t>CPU / GPU</a:t>
            </a:r>
            <a:endParaRPr sz="1550">
              <a:latin typeface="Epilogue"/>
              <a:ea typeface="Epilogue"/>
              <a:cs typeface="Epilogue"/>
              <a:sym typeface="Epilogue"/>
            </a:endParaRPr>
          </a:p>
          <a:p>
            <a:pPr indent="-3270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50"/>
              <a:buFont typeface="Epilogue"/>
              <a:buChar char="●"/>
            </a:pPr>
            <a:r>
              <a:rPr lang="en" sz="1550">
                <a:latin typeface="Epilogue"/>
                <a:ea typeface="Epilogue"/>
                <a:cs typeface="Epilogue"/>
                <a:sym typeface="Epilogue"/>
              </a:rPr>
              <a:t>RAM / SSD</a:t>
            </a:r>
            <a:endParaRPr sz="1550">
              <a:latin typeface="Epilogue"/>
              <a:ea typeface="Epilogue"/>
              <a:cs typeface="Epilogue"/>
              <a:sym typeface="Epilogue"/>
            </a:endParaRPr>
          </a:p>
          <a:p>
            <a:pPr indent="-3270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50"/>
              <a:buFont typeface="Epilogue"/>
              <a:buChar char="●"/>
            </a:pPr>
            <a:r>
              <a:rPr lang="en" sz="1550">
                <a:latin typeface="Epilogue"/>
                <a:ea typeface="Epilogue"/>
                <a:cs typeface="Epilogue"/>
                <a:sym typeface="Epilogue"/>
              </a:rPr>
              <a:t>Display (Inches)</a:t>
            </a:r>
            <a:endParaRPr sz="1550">
              <a:latin typeface="Epilogue"/>
              <a:ea typeface="Epilogue"/>
              <a:cs typeface="Epilogue"/>
              <a:sym typeface="Epilogue"/>
            </a:endParaRPr>
          </a:p>
          <a:p>
            <a:pPr indent="-3270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50"/>
              <a:buFont typeface="Epilogue"/>
              <a:buChar char="●"/>
            </a:pPr>
            <a:r>
              <a:rPr lang="en" sz="1550">
                <a:latin typeface="Epilogue"/>
                <a:ea typeface="Epilogue"/>
                <a:cs typeface="Epilogue"/>
                <a:sym typeface="Epilogue"/>
              </a:rPr>
              <a:t>Price (€)</a:t>
            </a:r>
            <a:endParaRPr sz="1550">
              <a:latin typeface="Epilogue"/>
              <a:ea typeface="Epilogue"/>
              <a:cs typeface="Epilogue"/>
              <a:sym typeface="Epilogue"/>
            </a:endParaRPr>
          </a:p>
          <a:p>
            <a:pPr indent="-3270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50"/>
              <a:buFont typeface="Epilogue"/>
              <a:buChar char="●"/>
            </a:pPr>
            <a:r>
              <a:rPr lang="en" sz="1550">
                <a:latin typeface="Epilogue"/>
                <a:ea typeface="Epilogue"/>
                <a:cs typeface="Epilogue"/>
                <a:sym typeface="Epilogue"/>
              </a:rPr>
              <a:t>URL</a:t>
            </a:r>
            <a:endParaRPr b="1" sz="155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50">
                <a:latin typeface="Epilogue"/>
                <a:ea typeface="Epilogue"/>
                <a:cs typeface="Epilogue"/>
                <a:sym typeface="Epilogue"/>
              </a:rPr>
              <a:t>Nodo Company</a:t>
            </a:r>
            <a:endParaRPr b="1" sz="1550">
              <a:latin typeface="Epilogue"/>
              <a:ea typeface="Epilogue"/>
              <a:cs typeface="Epilogue"/>
              <a:sym typeface="Epilogue"/>
            </a:endParaRPr>
          </a:p>
          <a:p>
            <a:pPr indent="-3270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50"/>
              <a:buFont typeface="Epilogue"/>
              <a:buChar char="●"/>
            </a:pPr>
            <a:r>
              <a:rPr lang="en" sz="1550">
                <a:latin typeface="Epilogue"/>
                <a:ea typeface="Epilogue"/>
                <a:cs typeface="Epilogue"/>
                <a:sym typeface="Epilogue"/>
              </a:rPr>
              <a:t>Name (Marca)</a:t>
            </a:r>
            <a:endParaRPr sz="155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50">
                <a:latin typeface="Epilogue"/>
                <a:ea typeface="Epilogue"/>
                <a:cs typeface="Epilogue"/>
                <a:sym typeface="Epilogue"/>
              </a:rPr>
              <a:t>Nodo Type</a:t>
            </a:r>
            <a:endParaRPr b="1" sz="1550">
              <a:latin typeface="Epilogue"/>
              <a:ea typeface="Epilogue"/>
              <a:cs typeface="Epilogue"/>
              <a:sym typeface="Epilogue"/>
            </a:endParaRPr>
          </a:p>
          <a:p>
            <a:pPr indent="-3270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50"/>
              <a:buFont typeface="Epilogue"/>
              <a:buChar char="●"/>
            </a:pPr>
            <a:r>
              <a:rPr lang="en" sz="1550">
                <a:latin typeface="Epilogue"/>
                <a:ea typeface="Epilogue"/>
                <a:cs typeface="Epilogue"/>
                <a:sym typeface="Epilogue"/>
              </a:rPr>
              <a:t>Name (Categoría)</a:t>
            </a:r>
            <a:endParaRPr sz="1550">
              <a:latin typeface="Epilogue"/>
              <a:ea typeface="Epilogue"/>
              <a:cs typeface="Epilogue"/>
              <a:sym typeface="Epilogue"/>
            </a:endParaRPr>
          </a:p>
        </p:txBody>
      </p:sp>
      <p:pic>
        <p:nvPicPr>
          <p:cNvPr id="497" name="Google Shape;497;p30" title="visualisation.png"/>
          <p:cNvPicPr preferRelativeResize="0"/>
          <p:nvPr/>
        </p:nvPicPr>
        <p:blipFill rotWithShape="1">
          <a:blip r:embed="rId3">
            <a:alphaModFix/>
          </a:blip>
          <a:srcRect b="0" l="6970" r="-6970" t="0"/>
          <a:stretch/>
        </p:blipFill>
        <p:spPr>
          <a:xfrm>
            <a:off x="3491994" y="-697401"/>
            <a:ext cx="6237950" cy="76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1"/>
          <p:cNvSpPr txBox="1"/>
          <p:nvPr>
            <p:ph type="title"/>
          </p:nvPr>
        </p:nvSpPr>
        <p:spPr>
          <a:xfrm>
            <a:off x="603150" y="480300"/>
            <a:ext cx="793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Ingeniería de Embeddings con Ollama</a:t>
            </a:r>
            <a:endParaRPr/>
          </a:p>
        </p:txBody>
      </p:sp>
      <p:sp>
        <p:nvSpPr>
          <p:cNvPr id="503" name="Google Shape;503;p31"/>
          <p:cNvSpPr txBox="1"/>
          <p:nvPr/>
        </p:nvSpPr>
        <p:spPr>
          <a:xfrm>
            <a:off x="743250" y="1264550"/>
            <a:ext cx="7797600" cy="29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latin typeface="Epilogue"/>
                <a:ea typeface="Epilogue"/>
                <a:cs typeface="Epilogue"/>
                <a:sym typeface="Epilogue"/>
              </a:rPr>
              <a:t>El Problema de los Datos Crudos: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 Los números aislados (ej. "16 GB") carecen de peso semántico para los vectores.</a:t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latin typeface="Epilogue"/>
                <a:ea typeface="Epilogue"/>
                <a:cs typeface="Epilogue"/>
                <a:sym typeface="Epilogue"/>
              </a:rPr>
              <a:t>Construcción del Texto Semántico: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 Creación de una cadena descriptiva para cada portátil que incluye :</a:t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b="1" lang="en" sz="1900">
                <a:latin typeface="Epilogue"/>
                <a:ea typeface="Epilogue"/>
                <a:cs typeface="Epilogue"/>
                <a:sym typeface="Epilogue"/>
              </a:rPr>
              <a:t>Etiquetas de Lenguaje Natural: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 Inserción de palabras clave como "estudiantes", "clases", "multitarea", "FPS altos", "edición de vídeo".</a:t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Epilogue"/>
              <a:ea typeface="Epilogue"/>
              <a:cs typeface="Epilogue"/>
              <a:sym typeface="Epilog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2"/>
          <p:cNvSpPr txBox="1"/>
          <p:nvPr>
            <p:ph type="title"/>
          </p:nvPr>
        </p:nvSpPr>
        <p:spPr>
          <a:xfrm>
            <a:off x="603150" y="351100"/>
            <a:ext cx="793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Arquitectura de Software </a:t>
            </a:r>
            <a:endParaRPr/>
          </a:p>
        </p:txBody>
      </p:sp>
      <p:sp>
        <p:nvSpPr>
          <p:cNvPr id="509" name="Google Shape;509;p32"/>
          <p:cNvSpPr txBox="1"/>
          <p:nvPr/>
        </p:nvSpPr>
        <p:spPr>
          <a:xfrm>
            <a:off x="837175" y="923800"/>
            <a:ext cx="7797600" cy="29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Epilogue"/>
                <a:ea typeface="Epilogue"/>
                <a:cs typeface="Epilogue"/>
                <a:sym typeface="Epilogue"/>
              </a:rPr>
              <a:t>Orquestador: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 </a:t>
            </a:r>
            <a:r>
              <a:rPr b="1" lang="en" sz="1900">
                <a:solidFill>
                  <a:srgbClr val="188038"/>
                </a:solidFill>
                <a:latin typeface="Epilogue"/>
                <a:ea typeface="Epilogue"/>
                <a:cs typeface="Epilogue"/>
                <a:sym typeface="Epilogue"/>
              </a:rPr>
              <a:t>LlamaIndex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 para la gestión del flujo de datos.</a:t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Epilogue"/>
                <a:ea typeface="Epilogue"/>
                <a:cs typeface="Epilogue"/>
                <a:sym typeface="Epilogue"/>
              </a:rPr>
              <a:t>Interfaz: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 </a:t>
            </a:r>
            <a:r>
              <a:rPr b="1" lang="en" sz="1900">
                <a:solidFill>
                  <a:srgbClr val="188038"/>
                </a:solidFill>
                <a:latin typeface="Epilogue"/>
                <a:ea typeface="Epilogue"/>
                <a:cs typeface="Epilogue"/>
                <a:sym typeface="Epilogue"/>
              </a:rPr>
              <a:t>Streamlit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 para un chat interactivo con persistencia de historial .</a:t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Epilogue"/>
                <a:ea typeface="Epilogue"/>
                <a:cs typeface="Epilogue"/>
                <a:sym typeface="Epilogue"/>
              </a:rPr>
              <a:t>Motor LLM: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 </a:t>
            </a:r>
            <a:r>
              <a:rPr b="1" lang="en" sz="1900">
                <a:solidFill>
                  <a:srgbClr val="188038"/>
                </a:solidFill>
                <a:latin typeface="Epilogue"/>
                <a:ea typeface="Epilogue"/>
                <a:cs typeface="Epilogue"/>
                <a:sym typeface="Epilogue"/>
              </a:rPr>
              <a:t>Groq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 (Llama 3) para una inferencia de alta velocidad.</a:t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Epilogue"/>
                <a:ea typeface="Epilogue"/>
                <a:cs typeface="Epilogue"/>
                <a:sym typeface="Epilogue"/>
              </a:rPr>
              <a:t>Embeddings:</a:t>
            </a:r>
            <a:r>
              <a:rPr lang="en" sz="1900">
                <a:solidFill>
                  <a:srgbClr val="188038"/>
                </a:solidFill>
                <a:latin typeface="Epilogue"/>
                <a:ea typeface="Epilogue"/>
                <a:cs typeface="Epilogue"/>
                <a:sym typeface="Epilogue"/>
              </a:rPr>
              <a:t> </a:t>
            </a:r>
            <a:r>
              <a:rPr b="1" lang="en" sz="1900">
                <a:solidFill>
                  <a:srgbClr val="188038"/>
                </a:solidFill>
                <a:latin typeface="Epilogue"/>
                <a:ea typeface="Epilogue"/>
                <a:cs typeface="Epilogue"/>
                <a:sym typeface="Epilogue"/>
              </a:rPr>
              <a:t>Ollama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 (modelo local) para transformar texto en vectores comparables.</a:t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Epilogue"/>
                <a:ea typeface="Epilogue"/>
                <a:cs typeface="Epilogue"/>
                <a:sym typeface="Epilogue"/>
              </a:rPr>
              <a:t>Base de Datos: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 </a:t>
            </a:r>
            <a:r>
              <a:rPr b="1" lang="en" sz="1900">
                <a:solidFill>
                  <a:srgbClr val="188038"/>
                </a:solidFill>
                <a:latin typeface="Epilogue"/>
                <a:ea typeface="Epilogue"/>
                <a:cs typeface="Epilogue"/>
                <a:sym typeface="Epilogue"/>
              </a:rPr>
              <a:t>Neo4j</a:t>
            </a:r>
            <a:r>
              <a:rPr lang="en" sz="1900">
                <a:solidFill>
                  <a:srgbClr val="188038"/>
                </a:solidFill>
                <a:latin typeface="Epilogue"/>
                <a:ea typeface="Epilogue"/>
                <a:cs typeface="Epilogue"/>
                <a:sym typeface="Epilogue"/>
              </a:rPr>
              <a:t> 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como almacén de grafos.</a:t>
            </a:r>
            <a:endParaRPr sz="2000">
              <a:latin typeface="Epilogue"/>
              <a:ea typeface="Epilogue"/>
              <a:cs typeface="Epilogue"/>
              <a:sym typeface="Epilog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3"/>
          <p:cNvSpPr txBox="1"/>
          <p:nvPr>
            <p:ph type="title"/>
          </p:nvPr>
        </p:nvSpPr>
        <p:spPr>
          <a:xfrm>
            <a:off x="603150" y="433300"/>
            <a:ext cx="793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Lógica de Búsqueda Híbrida</a:t>
            </a:r>
            <a:endParaRPr/>
          </a:p>
        </p:txBody>
      </p:sp>
      <p:sp>
        <p:nvSpPr>
          <p:cNvPr id="515" name="Google Shape;515;p33"/>
          <p:cNvSpPr txBox="1"/>
          <p:nvPr/>
        </p:nvSpPr>
        <p:spPr>
          <a:xfrm>
            <a:off x="812625" y="1064700"/>
            <a:ext cx="7797600" cy="29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Epilogue"/>
                <a:ea typeface="Epilogue"/>
                <a:cs typeface="Epilogue"/>
                <a:sym typeface="Epilogue"/>
              </a:rPr>
              <a:t>Búsqueda Simbólica (Cypher):</a:t>
            </a:r>
            <a:endParaRPr b="1" sz="1900">
              <a:latin typeface="Epilogue"/>
              <a:ea typeface="Epilogue"/>
              <a:cs typeface="Epilogue"/>
              <a:sym typeface="Epilogue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Font typeface="Epilogue"/>
              <a:buChar char="●"/>
            </a:pP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Se activa ante filtros técnicos claros (RAM, GPU específica, precio máximo).</a:t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Epilogue"/>
              <a:buChar char="●"/>
            </a:pP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Asegura precisión matemática en los resultados.</a:t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latin typeface="Epilogue"/>
                <a:ea typeface="Epilogue"/>
                <a:cs typeface="Epilogue"/>
                <a:sym typeface="Epilogue"/>
              </a:rPr>
              <a:t>Búsqueda Semántica (Vectorial):</a:t>
            </a:r>
            <a:endParaRPr b="1" sz="1900">
              <a:latin typeface="Epilogue"/>
              <a:ea typeface="Epilogue"/>
              <a:cs typeface="Epilogue"/>
              <a:sym typeface="Epilogue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Font typeface="Epilogue"/>
              <a:buChar char="●"/>
            </a:pP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Se activa ante lenguaje natural ambiguo (ej. "algo cómodo para la mochila").</a:t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Utiliza los embeddings generados para encontrar cercanía semántica.</a:t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Epilogue"/>
              <a:ea typeface="Epilogue"/>
              <a:cs typeface="Epilogue"/>
              <a:sym typeface="Epilog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4"/>
          <p:cNvSpPr txBox="1"/>
          <p:nvPr>
            <p:ph type="title"/>
          </p:nvPr>
        </p:nvSpPr>
        <p:spPr>
          <a:xfrm>
            <a:off x="603150" y="433300"/>
            <a:ext cx="793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Seguridad I: Anti-Prompt Injection</a:t>
            </a:r>
            <a:endParaRPr/>
          </a:p>
        </p:txBody>
      </p:sp>
      <p:sp>
        <p:nvSpPr>
          <p:cNvPr id="521" name="Google Shape;521;p34"/>
          <p:cNvSpPr txBox="1"/>
          <p:nvPr/>
        </p:nvSpPr>
        <p:spPr>
          <a:xfrm>
            <a:off x="812625" y="1203625"/>
            <a:ext cx="8055000" cy="31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Defensa:</a:t>
            </a:r>
            <a:r>
              <a:rPr lang="en" sz="1900"/>
              <a:t> Implementación de una función de sanitización que intercepta la entrada antes de llegar al LLM.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Patrones Bloqueos:</a:t>
            </a:r>
            <a:r>
              <a:rPr lang="en" sz="1900"/>
              <a:t> Filtra palabras clave como "ignore", "system:", "act as", etiquetas </a:t>
            </a:r>
            <a:r>
              <a:rPr lang="en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&lt;script&gt;</a:t>
            </a:r>
            <a:r>
              <a:rPr lang="en" sz="1900"/>
              <a:t> y pistas de </a:t>
            </a:r>
            <a:r>
              <a:rPr i="1" lang="en" sz="1900"/>
              <a:t>jailbreak</a:t>
            </a:r>
            <a:r>
              <a:rPr lang="en" sz="1900"/>
              <a:t>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Objetivo:</a:t>
            </a:r>
            <a:r>
              <a:rPr lang="en" sz="1900"/>
              <a:t> Evitar que un usuario malintencionado altere las instrucciones internas del recomendador o extraiga datos sensibles.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Epilogue"/>
              <a:ea typeface="Epilogue"/>
              <a:cs typeface="Epilogue"/>
              <a:sym typeface="Epilog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5"/>
          <p:cNvSpPr txBox="1"/>
          <p:nvPr>
            <p:ph type="title"/>
          </p:nvPr>
        </p:nvSpPr>
        <p:spPr>
          <a:xfrm>
            <a:off x="603150" y="433300"/>
            <a:ext cx="793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Seguridad II: Anti-Phishing </a:t>
            </a:r>
            <a:endParaRPr/>
          </a:p>
        </p:txBody>
      </p:sp>
      <p:sp>
        <p:nvSpPr>
          <p:cNvPr id="527" name="Google Shape;527;p35"/>
          <p:cNvSpPr txBox="1"/>
          <p:nvPr/>
        </p:nvSpPr>
        <p:spPr>
          <a:xfrm>
            <a:off x="812625" y="1135150"/>
            <a:ext cx="4067400" cy="31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Validación de URLs:</a:t>
            </a:r>
            <a:r>
              <a:rPr lang="en" sz="1900"/>
              <a:t> El scrapper solo acepta dominios de una </a:t>
            </a:r>
            <a:r>
              <a:rPr b="1" lang="en" sz="1900"/>
              <a:t>lista blanca</a:t>
            </a:r>
            <a:r>
              <a:rPr lang="en" sz="1900"/>
              <a:t> (Amazon, PCComponentes, MediaMarkt, FNAC).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Prevención:</a:t>
            </a:r>
            <a:r>
              <a:rPr lang="en" sz="1900"/>
              <a:t> Evita que el sistema recomiende enlaces a sitios de phishing generados por motores de búsqueda externos.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Epilogue"/>
              <a:ea typeface="Epilogue"/>
              <a:cs typeface="Epilogue"/>
              <a:sym typeface="Epilogue"/>
            </a:endParaRPr>
          </a:p>
        </p:txBody>
      </p:sp>
      <p:pic>
        <p:nvPicPr>
          <p:cNvPr id="528" name="Google Shape;52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0025" y="1263537"/>
            <a:ext cx="3829625" cy="2785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6"/>
          <p:cNvSpPr txBox="1"/>
          <p:nvPr>
            <p:ph type="title"/>
          </p:nvPr>
        </p:nvSpPr>
        <p:spPr>
          <a:xfrm>
            <a:off x="603150" y="433300"/>
            <a:ext cx="793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Seguridad III: </a:t>
            </a:r>
            <a:r>
              <a:rPr lang="en"/>
              <a:t>Control de Entrada</a:t>
            </a:r>
            <a:endParaRPr/>
          </a:p>
        </p:txBody>
      </p:sp>
      <p:sp>
        <p:nvSpPr>
          <p:cNvPr id="534" name="Google Shape;534;p36"/>
          <p:cNvSpPr txBox="1"/>
          <p:nvPr/>
        </p:nvSpPr>
        <p:spPr>
          <a:xfrm>
            <a:off x="825475" y="1416975"/>
            <a:ext cx="7797600" cy="29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Limitación de Longitud:</a:t>
            </a:r>
            <a:r>
              <a:rPr lang="en" sz="1900"/>
              <a:t> Restricción de consultas a 400 caracteres para evitar ataques de denegación de servicio (DoS) y optimizar tokens 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Epilogue"/>
              <a:ea typeface="Epilogue"/>
              <a:cs typeface="Epilogue"/>
              <a:sym typeface="Epilogue"/>
            </a:endParaRPr>
          </a:p>
        </p:txBody>
      </p:sp>
      <p:pic>
        <p:nvPicPr>
          <p:cNvPr id="535" name="Google Shape;535;p36" title="Gemini_Generated_Image_pwtszspwtszspwts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9738" y="2443800"/>
            <a:ext cx="5726371" cy="202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7"/>
          <p:cNvSpPr txBox="1"/>
          <p:nvPr>
            <p:ph type="title"/>
          </p:nvPr>
        </p:nvSpPr>
        <p:spPr>
          <a:xfrm>
            <a:off x="603150" y="433300"/>
            <a:ext cx="793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lang="en"/>
              <a:t>El Ciclo de Vida de una Consulta </a:t>
            </a:r>
            <a:endParaRPr/>
          </a:p>
        </p:txBody>
      </p:sp>
      <p:sp>
        <p:nvSpPr>
          <p:cNvPr id="541" name="Google Shape;541;p37"/>
          <p:cNvSpPr txBox="1"/>
          <p:nvPr/>
        </p:nvSpPr>
        <p:spPr>
          <a:xfrm>
            <a:off x="743250" y="1088200"/>
            <a:ext cx="7797600" cy="35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Input:</a:t>
            </a:r>
            <a:r>
              <a:rPr lang="en" sz="1900"/>
              <a:t> El usuario f</a:t>
            </a:r>
            <a:r>
              <a:rPr lang="en" sz="1900"/>
              <a:t>o</a:t>
            </a:r>
            <a:r>
              <a:rPr lang="en" sz="1900"/>
              <a:t>rmula una pregunta.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Sanitización:</a:t>
            </a:r>
            <a:r>
              <a:rPr lang="en" sz="1900"/>
              <a:t> Limpieza de ataques y control de longitud.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Análisis:</a:t>
            </a:r>
            <a:r>
              <a:rPr lang="en" sz="1900"/>
              <a:t> El LLM extrae filtros y determina si la pregunta es tratable.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Recuperación:</a:t>
            </a:r>
            <a:r>
              <a:rPr lang="en" sz="1900"/>
              <a:t> Búsqueda en Neo4j (Simbólica/Semántica) para obtener candidatos.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Generación:</a:t>
            </a:r>
            <a:r>
              <a:rPr lang="en" sz="1900"/>
              <a:t> El LLM redacta la respuesta final con justificaciones basadas en los datos recuperados.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Epilogue"/>
              <a:ea typeface="Epilogue"/>
              <a:cs typeface="Epilogue"/>
              <a:sym typeface="Epilog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8"/>
          <p:cNvSpPr txBox="1"/>
          <p:nvPr>
            <p:ph type="title"/>
          </p:nvPr>
        </p:nvSpPr>
        <p:spPr>
          <a:xfrm>
            <a:off x="603150" y="433300"/>
            <a:ext cx="793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Despliegue de la aplicación(Docker) </a:t>
            </a:r>
            <a:endParaRPr/>
          </a:p>
        </p:txBody>
      </p:sp>
      <p:sp>
        <p:nvSpPr>
          <p:cNvPr id="547" name="Google Shape;547;p38"/>
          <p:cNvSpPr txBox="1"/>
          <p:nvPr/>
        </p:nvSpPr>
        <p:spPr>
          <a:xfrm>
            <a:off x="743250" y="1088200"/>
            <a:ext cx="7797600" cy="35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En esta segunda parte del vídeo, veremos cómo desplegar la aplicación de forma automática utilizando </a:t>
            </a:r>
            <a:r>
              <a:rPr b="1" lang="en" sz="1900">
                <a:solidFill>
                  <a:srgbClr val="188038"/>
                </a:solidFill>
                <a:latin typeface="Epilogue"/>
                <a:ea typeface="Epilogue"/>
                <a:cs typeface="Epilogue"/>
                <a:sym typeface="Epilogue"/>
              </a:rPr>
              <a:t>Docker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.</a:t>
            </a:r>
            <a:endParaRPr sz="270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Epilogue"/>
              <a:ea typeface="Epilogue"/>
              <a:cs typeface="Epilogue"/>
              <a:sym typeface="Epilogue"/>
            </a:endParaRPr>
          </a:p>
        </p:txBody>
      </p:sp>
      <p:pic>
        <p:nvPicPr>
          <p:cNvPr id="548" name="Google Shape;54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5850" y="2759649"/>
            <a:ext cx="5084401" cy="11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I Image Enhancer App Pitch Deck by Slidesgo">
  <a:themeElements>
    <a:clrScheme name="Simple Light">
      <a:dk1>
        <a:srgbClr val="223342"/>
      </a:dk1>
      <a:lt1>
        <a:srgbClr val="EFEFEF"/>
      </a:lt1>
      <a:dk2>
        <a:srgbClr val="635653"/>
      </a:dk2>
      <a:lt2>
        <a:srgbClr val="7BFDA1"/>
      </a:lt2>
      <a:accent1>
        <a:srgbClr val="F97D86"/>
      </a:accent1>
      <a:accent2>
        <a:srgbClr val="D871BB"/>
      </a:accent2>
      <a:accent3>
        <a:srgbClr val="F1A6FD"/>
      </a:accent3>
      <a:accent4>
        <a:srgbClr val="40A4FD"/>
      </a:accent4>
      <a:accent5>
        <a:srgbClr val="74D3FD"/>
      </a:accent5>
      <a:accent6>
        <a:srgbClr val="FFFFFF"/>
      </a:accent6>
      <a:hlink>
        <a:srgbClr val="22334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