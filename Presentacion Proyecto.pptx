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Epilogue Medium"/>
      <p:regular r:id="rId19"/>
      <p:bold r:id="rId20"/>
      <p:italic r:id="rId21"/>
      <p:boldItalic r:id="rId22"/>
    </p:embeddedFont>
    <p:embeddedFont>
      <p:font typeface="Epilogue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pilogueMedium-bold.fntdata"/><Relationship Id="rId22" Type="http://schemas.openxmlformats.org/officeDocument/2006/relationships/font" Target="fonts/EpilogueMedium-boldItalic.fntdata"/><Relationship Id="rId21" Type="http://schemas.openxmlformats.org/officeDocument/2006/relationships/font" Target="fonts/EpilogueMedium-italic.fntdata"/><Relationship Id="rId24" Type="http://schemas.openxmlformats.org/officeDocument/2006/relationships/font" Target="fonts/Epilogue-bold.fntdata"/><Relationship Id="rId23" Type="http://schemas.openxmlformats.org/officeDocument/2006/relationships/font" Target="fonts/Epilog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pilogue-boldItalic.fntdata"/><Relationship Id="rId25" Type="http://schemas.openxmlformats.org/officeDocument/2006/relationships/font" Target="fonts/Epilogue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pilogue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7b434645e9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7b434645e9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324b1ea9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b324b1ea9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324b1ea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324b1ea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324b1ea9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324b1ea9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35299101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3529910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3529910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3529910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35299101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3529910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35299101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35299101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35299101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35299101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35299101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35299101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3529910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3529910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42a7b60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42a7b6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97669"/>
            <a:ext cx="4528800" cy="22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611731"/>
            <a:ext cx="4528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180368" y="-654592"/>
            <a:ext cx="8688299" cy="5618409"/>
            <a:chOff x="180368" y="-654592"/>
            <a:chExt cx="8688299" cy="561840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80368" y="444646"/>
              <a:ext cx="759736" cy="1158675"/>
              <a:chOff x="121368" y="180350"/>
              <a:chExt cx="759736" cy="115867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" name="Google Shape;15;p2"/>
              <p:cNvCxnSpPr>
                <a:stCxn id="13" idx="2"/>
                <a:endCxn id="14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6" name="Google Shape;16;p2"/>
            <p:cNvGrpSpPr/>
            <p:nvPr/>
          </p:nvGrpSpPr>
          <p:grpSpPr>
            <a:xfrm rot="5400000">
              <a:off x="4160612" y="4390051"/>
              <a:ext cx="387009" cy="760525"/>
              <a:chOff x="510779" y="426100"/>
              <a:chExt cx="387009" cy="7605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" name="Google Shape;19;p2"/>
              <p:cNvCxnSpPr>
                <a:stCxn id="17" idx="2"/>
                <a:endCxn id="18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0" name="Google Shape;20;p2"/>
            <p:cNvGrpSpPr/>
            <p:nvPr/>
          </p:nvGrpSpPr>
          <p:grpSpPr>
            <a:xfrm rot="5400000">
              <a:off x="7960343" y="-506792"/>
              <a:ext cx="1056125" cy="760525"/>
              <a:chOff x="205979" y="426100"/>
              <a:chExt cx="1056125" cy="7605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>
                <a:stCxn id="21" idx="2"/>
                <a:endCxn id="22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4" name="Google Shape;24;p2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3943554" y="2844675"/>
            <a:ext cx="4239900" cy="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hasCustomPrompt="1" idx="2" type="title"/>
          </p:nvPr>
        </p:nvSpPr>
        <p:spPr>
          <a:xfrm>
            <a:off x="6920454" y="1538325"/>
            <a:ext cx="1263000" cy="1124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9" name="Google Shape;29;p3"/>
          <p:cNvGrpSpPr/>
          <p:nvPr/>
        </p:nvGrpSpPr>
        <p:grpSpPr>
          <a:xfrm>
            <a:off x="6880762" y="192600"/>
            <a:ext cx="2074012" cy="4455276"/>
            <a:chOff x="6880762" y="192600"/>
            <a:chExt cx="2074012" cy="4455276"/>
          </a:xfrm>
        </p:grpSpPr>
        <p:grpSp>
          <p:nvGrpSpPr>
            <p:cNvPr id="30" name="Google Shape;30;p3"/>
            <p:cNvGrpSpPr/>
            <p:nvPr/>
          </p:nvGrpSpPr>
          <p:grpSpPr>
            <a:xfrm rot="5400000">
              <a:off x="7080232" y="-6870"/>
              <a:ext cx="759736" cy="1158675"/>
              <a:chOff x="121368" y="180350"/>
              <a:chExt cx="759736" cy="1158675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" name="Google Shape;33;p3"/>
              <p:cNvCxnSpPr>
                <a:stCxn id="31" idx="2"/>
                <a:endCxn id="3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4" name="Google Shape;34;p3"/>
            <p:cNvGrpSpPr/>
            <p:nvPr/>
          </p:nvGrpSpPr>
          <p:grpSpPr>
            <a:xfrm>
              <a:off x="8567765" y="3887351"/>
              <a:ext cx="387009" cy="760525"/>
              <a:chOff x="510779" y="426100"/>
              <a:chExt cx="387009" cy="7605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" name="Google Shape;37;p3"/>
              <p:cNvCxnSpPr>
                <a:stCxn id="35" idx="2"/>
                <a:endCxn id="36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720000" y="1123750"/>
            <a:ext cx="7704000" cy="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2" name="Google Shape;42;p4"/>
          <p:cNvGrpSpPr/>
          <p:nvPr/>
        </p:nvGrpSpPr>
        <p:grpSpPr>
          <a:xfrm>
            <a:off x="-578657" y="-149767"/>
            <a:ext cx="9536804" cy="4843667"/>
            <a:chOff x="-578657" y="-149767"/>
            <a:chExt cx="9536804" cy="4843667"/>
          </a:xfrm>
        </p:grpSpPr>
        <p:grpSp>
          <p:nvGrpSpPr>
            <p:cNvPr id="43" name="Google Shape;43;p4"/>
            <p:cNvGrpSpPr/>
            <p:nvPr/>
          </p:nvGrpSpPr>
          <p:grpSpPr>
            <a:xfrm>
              <a:off x="8571137" y="3933376"/>
              <a:ext cx="387009" cy="760525"/>
              <a:chOff x="510779" y="426100"/>
              <a:chExt cx="387009" cy="760525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6" name="Google Shape;46;p4"/>
              <p:cNvCxnSpPr>
                <a:stCxn id="44" idx="2"/>
                <a:endCxn id="4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47" name="Google Shape;47;p4"/>
            <p:cNvGrpSpPr/>
            <p:nvPr/>
          </p:nvGrpSpPr>
          <p:grpSpPr>
            <a:xfrm rot="5400000">
              <a:off x="-726457" y="-1967"/>
              <a:ext cx="1056125" cy="760525"/>
              <a:chOff x="205979" y="426100"/>
              <a:chExt cx="1056125" cy="760525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" name="Google Shape;50;p4"/>
              <p:cNvCxnSpPr>
                <a:stCxn id="48" idx="2"/>
                <a:endCxn id="4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5"/>
          <p:cNvGrpSpPr/>
          <p:nvPr/>
        </p:nvGrpSpPr>
        <p:grpSpPr>
          <a:xfrm>
            <a:off x="71268" y="83158"/>
            <a:ext cx="8886879" cy="4882268"/>
            <a:chOff x="71268" y="83158"/>
            <a:chExt cx="8886879" cy="4882268"/>
          </a:xfrm>
        </p:grpSpPr>
        <p:grpSp>
          <p:nvGrpSpPr>
            <p:cNvPr id="53" name="Google Shape;53;p5"/>
            <p:cNvGrpSpPr/>
            <p:nvPr/>
          </p:nvGrpSpPr>
          <p:grpSpPr>
            <a:xfrm flipH="1" rot="5400000">
              <a:off x="7726218" y="4006221"/>
              <a:ext cx="759736" cy="1158675"/>
              <a:chOff x="121368" y="180350"/>
              <a:chExt cx="759736" cy="1158675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6" name="Google Shape;56;p5"/>
              <p:cNvCxnSpPr>
                <a:stCxn id="54" idx="2"/>
                <a:endCxn id="55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57" name="Google Shape;57;p5"/>
            <p:cNvGrpSpPr/>
            <p:nvPr/>
          </p:nvGrpSpPr>
          <p:grpSpPr>
            <a:xfrm>
              <a:off x="8571137" y="843676"/>
              <a:ext cx="387009" cy="760525"/>
              <a:chOff x="510779" y="426100"/>
              <a:chExt cx="387009" cy="760525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5"/>
              <p:cNvCxnSpPr>
                <a:stCxn id="58" idx="2"/>
                <a:endCxn id="59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61" name="Google Shape;61;p5"/>
            <p:cNvGrpSpPr/>
            <p:nvPr/>
          </p:nvGrpSpPr>
          <p:grpSpPr>
            <a:xfrm>
              <a:off x="71268" y="83158"/>
              <a:ext cx="1056125" cy="760525"/>
              <a:chOff x="205979" y="426100"/>
              <a:chExt cx="1056125" cy="760525"/>
            </a:xfrm>
          </p:grpSpPr>
          <p:sp>
            <p:nvSpPr>
              <p:cNvPr id="62" name="Google Shape;62;p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4" name="Google Shape;64;p5"/>
              <p:cNvCxnSpPr>
                <a:stCxn id="62" idx="2"/>
                <a:endCxn id="63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65" name="Google Shape;65;p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" type="subTitle"/>
          </p:nvPr>
        </p:nvSpPr>
        <p:spPr>
          <a:xfrm>
            <a:off x="4975299" y="2678924"/>
            <a:ext cx="28776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2" type="subTitle"/>
          </p:nvPr>
        </p:nvSpPr>
        <p:spPr>
          <a:xfrm>
            <a:off x="1291099" y="2678924"/>
            <a:ext cx="28776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3" type="subTitle"/>
          </p:nvPr>
        </p:nvSpPr>
        <p:spPr>
          <a:xfrm>
            <a:off x="1291099" y="2286555"/>
            <a:ext cx="28776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0" name="Google Shape;70;p5"/>
          <p:cNvSpPr txBox="1"/>
          <p:nvPr>
            <p:ph idx="4" type="subTitle"/>
          </p:nvPr>
        </p:nvSpPr>
        <p:spPr>
          <a:xfrm>
            <a:off x="4975301" y="2286555"/>
            <a:ext cx="2877600" cy="51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" name="Google Shape;74;p6"/>
          <p:cNvGrpSpPr/>
          <p:nvPr/>
        </p:nvGrpSpPr>
        <p:grpSpPr>
          <a:xfrm>
            <a:off x="-888382" y="184053"/>
            <a:ext cx="9861904" cy="4616105"/>
            <a:chOff x="-888382" y="184053"/>
            <a:chExt cx="9861904" cy="4616105"/>
          </a:xfrm>
        </p:grpSpPr>
        <p:grpSp>
          <p:nvGrpSpPr>
            <p:cNvPr id="75" name="Google Shape;75;p6"/>
            <p:cNvGrpSpPr/>
            <p:nvPr/>
          </p:nvGrpSpPr>
          <p:grpSpPr>
            <a:xfrm>
              <a:off x="-888382" y="278264"/>
              <a:ext cx="9861904" cy="4521895"/>
              <a:chOff x="-888382" y="278264"/>
              <a:chExt cx="9861904" cy="4521895"/>
            </a:xfrm>
          </p:grpSpPr>
          <p:grpSp>
            <p:nvGrpSpPr>
              <p:cNvPr id="76" name="Google Shape;76;p6"/>
              <p:cNvGrpSpPr/>
              <p:nvPr/>
            </p:nvGrpSpPr>
            <p:grpSpPr>
              <a:xfrm flipH="1" rot="10800000">
                <a:off x="8586512" y="2761751"/>
                <a:ext cx="387009" cy="760525"/>
                <a:chOff x="510779" y="426100"/>
                <a:chExt cx="387009" cy="760525"/>
              </a:xfrm>
            </p:grpSpPr>
            <p:sp>
              <p:nvSpPr>
                <p:cNvPr id="77" name="Google Shape;77;p6"/>
                <p:cNvSpPr/>
                <p:nvPr/>
              </p:nvSpPr>
              <p:spPr>
                <a:xfrm>
                  <a:off x="803589" y="426100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6"/>
                <p:cNvSpPr/>
                <p:nvPr/>
              </p:nvSpPr>
              <p:spPr>
                <a:xfrm rot="-5400000">
                  <a:off x="510779" y="1092425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9" name="Google Shape;79;p6"/>
                <p:cNvCxnSpPr>
                  <a:stCxn id="77" idx="2"/>
                  <a:endCxn id="78" idx="6"/>
                </p:cNvCxnSpPr>
                <p:nvPr/>
              </p:nvCxnSpPr>
              <p:spPr>
                <a:xfrm flipH="1">
                  <a:off x="557889" y="473200"/>
                  <a:ext cx="245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grpSp>
            <p:nvGrpSpPr>
              <p:cNvPr id="80" name="Google Shape;80;p6"/>
              <p:cNvGrpSpPr/>
              <p:nvPr/>
            </p:nvGrpSpPr>
            <p:grpSpPr>
              <a:xfrm rot="10800000">
                <a:off x="-888382" y="4039633"/>
                <a:ext cx="1056125" cy="760525"/>
                <a:chOff x="205979" y="426100"/>
                <a:chExt cx="1056125" cy="760525"/>
              </a:xfrm>
            </p:grpSpPr>
            <p:sp>
              <p:nvSpPr>
                <p:cNvPr id="81" name="Google Shape;81;p6"/>
                <p:cNvSpPr/>
                <p:nvPr/>
              </p:nvSpPr>
              <p:spPr>
                <a:xfrm>
                  <a:off x="1167904" y="426100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" name="Google Shape;82;p6"/>
                <p:cNvSpPr/>
                <p:nvPr/>
              </p:nvSpPr>
              <p:spPr>
                <a:xfrm rot="-5400000">
                  <a:off x="205979" y="1092425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3" name="Google Shape;83;p6"/>
                <p:cNvCxnSpPr>
                  <a:stCxn id="81" idx="2"/>
                  <a:endCxn id="82" idx="6"/>
                </p:cNvCxnSpPr>
                <p:nvPr/>
              </p:nvCxnSpPr>
              <p:spPr>
                <a:xfrm flipH="1">
                  <a:off x="253204" y="473200"/>
                  <a:ext cx="914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cxnSp>
            <p:nvCxnSpPr>
              <p:cNvPr id="84" name="Google Shape;84;p6"/>
              <p:cNvCxnSpPr/>
              <p:nvPr/>
            </p:nvCxnSpPr>
            <p:spPr>
              <a:xfrm rot="-5400000">
                <a:off x="773124" y="19514"/>
                <a:ext cx="546900" cy="1064400"/>
              </a:xfrm>
              <a:prstGeom prst="bentConnector3">
                <a:avLst>
                  <a:gd fmla="val 53349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85" name="Google Shape;85;p6"/>
            <p:cNvGrpSpPr/>
            <p:nvPr/>
          </p:nvGrpSpPr>
          <p:grpSpPr>
            <a:xfrm>
              <a:off x="467274" y="184053"/>
              <a:ext cx="1158675" cy="735311"/>
              <a:chOff x="467274" y="184053"/>
              <a:chExt cx="1158675" cy="735311"/>
            </a:xfrm>
          </p:grpSpPr>
          <p:sp>
            <p:nvSpPr>
              <p:cNvPr id="86" name="Google Shape;86;p6"/>
              <p:cNvSpPr/>
              <p:nvPr/>
            </p:nvSpPr>
            <p:spPr>
              <a:xfrm flipH="1" rot="-5400000">
                <a:off x="467274" y="825164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 flipH="1">
                <a:off x="1531749" y="184053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>
            <p:ph type="title"/>
          </p:nvPr>
        </p:nvSpPr>
        <p:spPr>
          <a:xfrm>
            <a:off x="713225" y="1076350"/>
            <a:ext cx="4697100" cy="6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" type="subTitle"/>
          </p:nvPr>
        </p:nvSpPr>
        <p:spPr>
          <a:xfrm>
            <a:off x="713225" y="1904150"/>
            <a:ext cx="4697100" cy="21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2" name="Google Shape;92;p7"/>
          <p:cNvSpPr/>
          <p:nvPr>
            <p:ph idx="2" type="pic"/>
          </p:nvPr>
        </p:nvSpPr>
        <p:spPr>
          <a:xfrm>
            <a:off x="5643775" y="1177350"/>
            <a:ext cx="2787000" cy="27888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3" name="Google Shape;93;p7"/>
          <p:cNvGrpSpPr/>
          <p:nvPr/>
        </p:nvGrpSpPr>
        <p:grpSpPr>
          <a:xfrm>
            <a:off x="235568" y="185821"/>
            <a:ext cx="8727474" cy="5305338"/>
            <a:chOff x="235568" y="185821"/>
            <a:chExt cx="8727474" cy="5305338"/>
          </a:xfrm>
        </p:grpSpPr>
        <p:grpSp>
          <p:nvGrpSpPr>
            <p:cNvPr id="94" name="Google Shape;94;p7"/>
            <p:cNvGrpSpPr/>
            <p:nvPr/>
          </p:nvGrpSpPr>
          <p:grpSpPr>
            <a:xfrm rot="10800000">
              <a:off x="8203306" y="3571946"/>
              <a:ext cx="759736" cy="1158675"/>
              <a:chOff x="121368" y="180350"/>
              <a:chExt cx="759736" cy="1158675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7" name="Google Shape;97;p7"/>
              <p:cNvCxnSpPr>
                <a:stCxn id="95" idx="2"/>
                <a:endCxn id="96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98" name="Google Shape;98;p7"/>
            <p:cNvGrpSpPr/>
            <p:nvPr/>
          </p:nvGrpSpPr>
          <p:grpSpPr>
            <a:xfrm rot="-5400000">
              <a:off x="3005712" y="-937"/>
              <a:ext cx="387009" cy="760525"/>
              <a:chOff x="510779" y="426100"/>
              <a:chExt cx="387009" cy="7605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1" name="Google Shape;101;p7"/>
              <p:cNvCxnSpPr>
                <a:stCxn id="99" idx="2"/>
                <a:endCxn id="100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02" name="Google Shape;102;p7"/>
            <p:cNvGrpSpPr/>
            <p:nvPr/>
          </p:nvGrpSpPr>
          <p:grpSpPr>
            <a:xfrm flipH="1" rot="10800000">
              <a:off x="235568" y="4730633"/>
              <a:ext cx="1056125" cy="760525"/>
              <a:chOff x="205979" y="426100"/>
              <a:chExt cx="1056125" cy="760525"/>
            </a:xfrm>
          </p:grpSpPr>
          <p:sp>
            <p:nvSpPr>
              <p:cNvPr id="103" name="Google Shape;103;p7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>
                <a:stCxn id="103" idx="2"/>
                <a:endCxn id="104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9" name="Google Shape;109;p8"/>
          <p:cNvGrpSpPr/>
          <p:nvPr/>
        </p:nvGrpSpPr>
        <p:grpSpPr>
          <a:xfrm>
            <a:off x="227156" y="192600"/>
            <a:ext cx="8727618" cy="5467518"/>
            <a:chOff x="227156" y="192600"/>
            <a:chExt cx="8727618" cy="5467518"/>
          </a:xfrm>
        </p:grpSpPr>
        <p:grpSp>
          <p:nvGrpSpPr>
            <p:cNvPr id="110" name="Google Shape;110;p8"/>
            <p:cNvGrpSpPr/>
            <p:nvPr/>
          </p:nvGrpSpPr>
          <p:grpSpPr>
            <a:xfrm rot="5400000">
              <a:off x="7080232" y="-6870"/>
              <a:ext cx="759736" cy="1158675"/>
              <a:chOff x="121368" y="180350"/>
              <a:chExt cx="759736" cy="1158675"/>
            </a:xfrm>
          </p:grpSpPr>
          <p:sp>
            <p:nvSpPr>
              <p:cNvPr id="111" name="Google Shape;111;p8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" name="Google Shape;113;p8"/>
              <p:cNvCxnSpPr>
                <a:stCxn id="111" idx="2"/>
                <a:endCxn id="11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14" name="Google Shape;114;p8"/>
            <p:cNvGrpSpPr/>
            <p:nvPr/>
          </p:nvGrpSpPr>
          <p:grpSpPr>
            <a:xfrm>
              <a:off x="8567765" y="3887351"/>
              <a:ext cx="387009" cy="760525"/>
              <a:chOff x="510779" y="426100"/>
              <a:chExt cx="387009" cy="760525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7" name="Google Shape;117;p8"/>
              <p:cNvCxnSpPr>
                <a:stCxn id="115" idx="2"/>
                <a:endCxn id="116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18" name="Google Shape;118;p8"/>
            <p:cNvGrpSpPr/>
            <p:nvPr/>
          </p:nvGrpSpPr>
          <p:grpSpPr>
            <a:xfrm rot="-5400000">
              <a:off x="79356" y="4751793"/>
              <a:ext cx="1056125" cy="760525"/>
              <a:chOff x="205979" y="426100"/>
              <a:chExt cx="1056125" cy="760525"/>
            </a:xfrm>
          </p:grpSpPr>
          <p:sp>
            <p:nvSpPr>
              <p:cNvPr id="119" name="Google Shape;119;p8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1" name="Google Shape;121;p8"/>
              <p:cNvCxnSpPr>
                <a:stCxn id="119" idx="2"/>
                <a:endCxn id="120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582687" y="101246"/>
            <a:ext cx="8459006" cy="4854034"/>
            <a:chOff x="582687" y="101246"/>
            <a:chExt cx="8459006" cy="4854034"/>
          </a:xfrm>
        </p:grpSpPr>
        <p:grpSp>
          <p:nvGrpSpPr>
            <p:cNvPr id="125" name="Google Shape;125;p9"/>
            <p:cNvGrpSpPr/>
            <p:nvPr/>
          </p:nvGrpSpPr>
          <p:grpSpPr>
            <a:xfrm rot="-5400000">
              <a:off x="782157" y="3996058"/>
              <a:ext cx="759736" cy="1158675"/>
              <a:chOff x="121368" y="180350"/>
              <a:chExt cx="759736" cy="1158675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8" name="Google Shape;128;p9"/>
              <p:cNvCxnSpPr>
                <a:stCxn id="126" idx="2"/>
                <a:endCxn id="127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29" name="Google Shape;129;p9"/>
            <p:cNvGrpSpPr/>
            <p:nvPr/>
          </p:nvGrpSpPr>
          <p:grpSpPr>
            <a:xfrm flipH="1" rot="-5400000">
              <a:off x="7951465" y="4381513"/>
              <a:ext cx="387009" cy="760525"/>
              <a:chOff x="510779" y="426100"/>
              <a:chExt cx="387009" cy="760525"/>
            </a:xfrm>
          </p:grpSpPr>
          <p:sp>
            <p:nvSpPr>
              <p:cNvPr id="130" name="Google Shape;130;p9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2" name="Google Shape;132;p9"/>
              <p:cNvCxnSpPr>
                <a:stCxn id="130" idx="2"/>
                <a:endCxn id="131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33" name="Google Shape;133;p9"/>
            <p:cNvGrpSpPr/>
            <p:nvPr/>
          </p:nvGrpSpPr>
          <p:grpSpPr>
            <a:xfrm flipH="1">
              <a:off x="7985568" y="101246"/>
              <a:ext cx="1056125" cy="760525"/>
              <a:chOff x="205979" y="426100"/>
              <a:chExt cx="1056125" cy="760525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6" name="Google Shape;136;p9"/>
              <p:cNvCxnSpPr>
                <a:stCxn id="134" idx="2"/>
                <a:endCxn id="135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137" name="Google Shape;13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>
            <p:ph idx="2" type="pic"/>
          </p:nvPr>
        </p:nvSpPr>
        <p:spPr>
          <a:xfrm>
            <a:off x="-15325" y="-135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 txBox="1"/>
          <p:nvPr>
            <p:ph hasCustomPrompt="1" type="title"/>
          </p:nvPr>
        </p:nvSpPr>
        <p:spPr>
          <a:xfrm>
            <a:off x="1294500" y="3277975"/>
            <a:ext cx="6555000" cy="98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1294500" y="4216801"/>
            <a:ext cx="65550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6" name="Google Shape;146;p11"/>
          <p:cNvGrpSpPr/>
          <p:nvPr/>
        </p:nvGrpSpPr>
        <p:grpSpPr>
          <a:xfrm>
            <a:off x="-578657" y="185808"/>
            <a:ext cx="9538811" cy="4598863"/>
            <a:chOff x="-578657" y="185808"/>
            <a:chExt cx="9538811" cy="4598863"/>
          </a:xfrm>
        </p:grpSpPr>
        <p:grpSp>
          <p:nvGrpSpPr>
            <p:cNvPr id="147" name="Google Shape;147;p11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148" name="Google Shape;148;p11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0" name="Google Shape;150;p11"/>
              <p:cNvCxnSpPr>
                <a:stCxn id="148" idx="2"/>
                <a:endCxn id="149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51" name="Google Shape;151;p11"/>
            <p:cNvGrpSpPr/>
            <p:nvPr/>
          </p:nvGrpSpPr>
          <p:grpSpPr>
            <a:xfrm rot="-5400000">
              <a:off x="1969862" y="-949"/>
              <a:ext cx="387009" cy="760525"/>
              <a:chOff x="510779" y="426100"/>
              <a:chExt cx="387009" cy="760525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4" name="Google Shape;154;p11"/>
              <p:cNvCxnSpPr>
                <a:stCxn id="152" idx="2"/>
                <a:endCxn id="153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55" name="Google Shape;155;p11"/>
            <p:cNvGrpSpPr/>
            <p:nvPr/>
          </p:nvGrpSpPr>
          <p:grpSpPr>
            <a:xfrm rot="5400000">
              <a:off x="-726457" y="2321783"/>
              <a:ext cx="1056125" cy="760525"/>
              <a:chOff x="205979" y="426100"/>
              <a:chExt cx="1056125" cy="760525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11"/>
              <p:cNvCxnSpPr>
                <a:stCxn id="156" idx="2"/>
                <a:endCxn id="157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hasCustomPrompt="1" idx="2" type="title"/>
          </p:nvPr>
        </p:nvSpPr>
        <p:spPr>
          <a:xfrm>
            <a:off x="1614363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/>
          <p:nvPr>
            <p:ph hasCustomPrompt="1" idx="3" type="title"/>
          </p:nvPr>
        </p:nvSpPr>
        <p:spPr>
          <a:xfrm>
            <a:off x="1614363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hasCustomPrompt="1" idx="4" type="title"/>
          </p:nvPr>
        </p:nvSpPr>
        <p:spPr>
          <a:xfrm>
            <a:off x="4204638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5" type="title"/>
          </p:nvPr>
        </p:nvSpPr>
        <p:spPr>
          <a:xfrm>
            <a:off x="4204638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6" type="title"/>
          </p:nvPr>
        </p:nvSpPr>
        <p:spPr>
          <a:xfrm>
            <a:off x="6794913" y="167009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7" type="title"/>
          </p:nvPr>
        </p:nvSpPr>
        <p:spPr>
          <a:xfrm>
            <a:off x="6794913" y="317972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idx="1" type="subTitle"/>
          </p:nvPr>
        </p:nvSpPr>
        <p:spPr>
          <a:xfrm>
            <a:off x="716613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0" name="Google Shape;170;p13"/>
          <p:cNvSpPr txBox="1"/>
          <p:nvPr>
            <p:ph idx="8" type="subTitle"/>
          </p:nvPr>
        </p:nvSpPr>
        <p:spPr>
          <a:xfrm>
            <a:off x="3306900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1" name="Google Shape;171;p13"/>
          <p:cNvSpPr txBox="1"/>
          <p:nvPr>
            <p:ph idx="9" type="subTitle"/>
          </p:nvPr>
        </p:nvSpPr>
        <p:spPr>
          <a:xfrm>
            <a:off x="5897188" y="2160125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2" name="Google Shape;172;p13"/>
          <p:cNvSpPr txBox="1"/>
          <p:nvPr>
            <p:ph idx="13" type="subTitle"/>
          </p:nvPr>
        </p:nvSpPr>
        <p:spPr>
          <a:xfrm>
            <a:off x="716613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3" name="Google Shape;173;p13"/>
          <p:cNvSpPr txBox="1"/>
          <p:nvPr>
            <p:ph idx="14" type="subTitle"/>
          </p:nvPr>
        </p:nvSpPr>
        <p:spPr>
          <a:xfrm>
            <a:off x="3306900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4" name="Google Shape;174;p13"/>
          <p:cNvSpPr txBox="1"/>
          <p:nvPr>
            <p:ph idx="15" type="subTitle"/>
          </p:nvPr>
        </p:nvSpPr>
        <p:spPr>
          <a:xfrm>
            <a:off x="5897188" y="3669800"/>
            <a:ext cx="25302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75" name="Google Shape;175;p13"/>
          <p:cNvGrpSpPr/>
          <p:nvPr/>
        </p:nvGrpSpPr>
        <p:grpSpPr>
          <a:xfrm>
            <a:off x="180368" y="-654592"/>
            <a:ext cx="8688299" cy="5618409"/>
            <a:chOff x="180368" y="-654592"/>
            <a:chExt cx="8688299" cy="5618409"/>
          </a:xfrm>
        </p:grpSpPr>
        <p:grpSp>
          <p:nvGrpSpPr>
            <p:cNvPr id="176" name="Google Shape;176;p13"/>
            <p:cNvGrpSpPr/>
            <p:nvPr/>
          </p:nvGrpSpPr>
          <p:grpSpPr>
            <a:xfrm>
              <a:off x="180368" y="444646"/>
              <a:ext cx="759736" cy="1158675"/>
              <a:chOff x="121368" y="180350"/>
              <a:chExt cx="759736" cy="1158675"/>
            </a:xfrm>
          </p:grpSpPr>
          <p:sp>
            <p:nvSpPr>
              <p:cNvPr id="177" name="Google Shape;177;p1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9" name="Google Shape;179;p13"/>
              <p:cNvCxnSpPr>
                <a:stCxn id="177" idx="2"/>
                <a:endCxn id="178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80" name="Google Shape;180;p13"/>
            <p:cNvGrpSpPr/>
            <p:nvPr/>
          </p:nvGrpSpPr>
          <p:grpSpPr>
            <a:xfrm rot="5400000">
              <a:off x="4160612" y="4390051"/>
              <a:ext cx="387009" cy="760525"/>
              <a:chOff x="510779" y="426100"/>
              <a:chExt cx="387009" cy="760525"/>
            </a:xfrm>
          </p:grpSpPr>
          <p:sp>
            <p:nvSpPr>
              <p:cNvPr id="181" name="Google Shape;181;p1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3" name="Google Shape;183;p13"/>
              <p:cNvCxnSpPr>
                <a:stCxn id="181" idx="2"/>
                <a:endCxn id="182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84" name="Google Shape;184;p13"/>
            <p:cNvGrpSpPr/>
            <p:nvPr/>
          </p:nvGrpSpPr>
          <p:grpSpPr>
            <a:xfrm rot="5400000">
              <a:off x="7960343" y="-506792"/>
              <a:ext cx="1056125" cy="760525"/>
              <a:chOff x="205979" y="426100"/>
              <a:chExt cx="1056125" cy="760525"/>
            </a:xfrm>
          </p:grpSpPr>
          <p:sp>
            <p:nvSpPr>
              <p:cNvPr id="185" name="Google Shape;185;p13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7" name="Google Shape;187;p13"/>
              <p:cNvCxnSpPr>
                <a:stCxn id="185" idx="2"/>
                <a:endCxn id="18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4"/>
          <p:cNvGrpSpPr/>
          <p:nvPr/>
        </p:nvGrpSpPr>
        <p:grpSpPr>
          <a:xfrm>
            <a:off x="184437" y="1116851"/>
            <a:ext cx="8879656" cy="4143645"/>
            <a:chOff x="184437" y="1116851"/>
            <a:chExt cx="8879656" cy="4143645"/>
          </a:xfrm>
        </p:grpSpPr>
        <p:grpSp>
          <p:nvGrpSpPr>
            <p:cNvPr id="190" name="Google Shape;190;p14"/>
            <p:cNvGrpSpPr/>
            <p:nvPr/>
          </p:nvGrpSpPr>
          <p:grpSpPr>
            <a:xfrm flipH="1">
              <a:off x="184437" y="1116851"/>
              <a:ext cx="387009" cy="760525"/>
              <a:chOff x="510779" y="426100"/>
              <a:chExt cx="387009" cy="760525"/>
            </a:xfrm>
          </p:grpSpPr>
          <p:sp>
            <p:nvSpPr>
              <p:cNvPr id="191" name="Google Shape;191;p1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3" name="Google Shape;193;p14"/>
              <p:cNvCxnSpPr>
                <a:stCxn id="191" idx="2"/>
                <a:endCxn id="192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194" name="Google Shape;194;p14"/>
            <p:cNvGrpSpPr/>
            <p:nvPr/>
          </p:nvGrpSpPr>
          <p:grpSpPr>
            <a:xfrm rot="10800000">
              <a:off x="8007968" y="4499971"/>
              <a:ext cx="1056125" cy="760525"/>
              <a:chOff x="205979" y="426100"/>
              <a:chExt cx="1056125" cy="760525"/>
            </a:xfrm>
          </p:grpSpPr>
          <p:sp>
            <p:nvSpPr>
              <p:cNvPr id="195" name="Google Shape;195;p1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7" name="Google Shape;197;p14"/>
              <p:cNvCxnSpPr>
                <a:stCxn id="195" idx="2"/>
                <a:endCxn id="19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198" name="Google Shape;198;p1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5"/>
          <p:cNvGrpSpPr/>
          <p:nvPr/>
        </p:nvGrpSpPr>
        <p:grpSpPr>
          <a:xfrm>
            <a:off x="76736" y="-149322"/>
            <a:ext cx="9271435" cy="5858955"/>
            <a:chOff x="76736" y="-149322"/>
            <a:chExt cx="9271435" cy="5858955"/>
          </a:xfrm>
        </p:grpSpPr>
        <p:grpSp>
          <p:nvGrpSpPr>
            <p:cNvPr id="203" name="Google Shape;203;p15"/>
            <p:cNvGrpSpPr/>
            <p:nvPr/>
          </p:nvGrpSpPr>
          <p:grpSpPr>
            <a:xfrm flipH="1" rot="10800000">
              <a:off x="8961162" y="225451"/>
              <a:ext cx="387009" cy="760525"/>
              <a:chOff x="885429" y="1886125"/>
              <a:chExt cx="387009" cy="760525"/>
            </a:xfrm>
          </p:grpSpPr>
          <p:sp>
            <p:nvSpPr>
              <p:cNvPr id="204" name="Google Shape;204;p15"/>
              <p:cNvSpPr/>
              <p:nvPr/>
            </p:nvSpPr>
            <p:spPr>
              <a:xfrm flipH="1" rot="10800000">
                <a:off x="1178239" y="255245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 flipH="1" rot="-5400000">
                <a:off x="885429" y="18861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6" name="Google Shape;206;p15"/>
              <p:cNvCxnSpPr>
                <a:stCxn id="204" idx="2"/>
                <a:endCxn id="205" idx="6"/>
              </p:cNvCxnSpPr>
              <p:nvPr/>
            </p:nvCxnSpPr>
            <p:spPr>
              <a:xfrm rot="10800000">
                <a:off x="932539" y="198035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07" name="Google Shape;207;p15"/>
            <p:cNvGrpSpPr/>
            <p:nvPr/>
          </p:nvGrpSpPr>
          <p:grpSpPr>
            <a:xfrm>
              <a:off x="4002155" y="4949108"/>
              <a:ext cx="1056125" cy="760525"/>
              <a:chOff x="205979" y="426100"/>
              <a:chExt cx="1056125" cy="760525"/>
            </a:xfrm>
          </p:grpSpPr>
          <p:sp>
            <p:nvSpPr>
              <p:cNvPr id="208" name="Google Shape;208;p1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0" name="Google Shape;210;p15"/>
              <p:cNvCxnSpPr>
                <a:stCxn id="208" idx="2"/>
                <a:endCxn id="20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11" name="Google Shape;211;p15"/>
            <p:cNvGrpSpPr/>
            <p:nvPr/>
          </p:nvGrpSpPr>
          <p:grpSpPr>
            <a:xfrm>
              <a:off x="76736" y="-149322"/>
              <a:ext cx="1158675" cy="735311"/>
              <a:chOff x="76736" y="-149322"/>
              <a:chExt cx="1158675" cy="735311"/>
            </a:xfrm>
          </p:grpSpPr>
          <p:grpSp>
            <p:nvGrpSpPr>
              <p:cNvPr id="212" name="Google Shape;212;p15"/>
              <p:cNvGrpSpPr/>
              <p:nvPr/>
            </p:nvGrpSpPr>
            <p:grpSpPr>
              <a:xfrm>
                <a:off x="76736" y="-149322"/>
                <a:ext cx="1158675" cy="735311"/>
                <a:chOff x="467274" y="184053"/>
                <a:chExt cx="1158675" cy="735311"/>
              </a:xfrm>
            </p:grpSpPr>
            <p:sp>
              <p:nvSpPr>
                <p:cNvPr id="213" name="Google Shape;213;p15"/>
                <p:cNvSpPr/>
                <p:nvPr/>
              </p:nvSpPr>
              <p:spPr>
                <a:xfrm flipH="1" rot="-5400000">
                  <a:off x="467274" y="825164"/>
                  <a:ext cx="94200" cy="94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 flipH="1">
                  <a:off x="1531749" y="184053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15" name="Google Shape;215;p15"/>
              <p:cNvCxnSpPr/>
              <p:nvPr/>
            </p:nvCxnSpPr>
            <p:spPr>
              <a:xfrm flipH="1" rot="10800000">
                <a:off x="123836" y="-55111"/>
                <a:ext cx="1064400" cy="546900"/>
              </a:xfrm>
              <a:prstGeom prst="bentConnector3">
                <a:avLst>
                  <a:gd fmla="val -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16" name="Google Shape;21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6"/>
          <p:cNvGrpSpPr/>
          <p:nvPr/>
        </p:nvGrpSpPr>
        <p:grpSpPr>
          <a:xfrm>
            <a:off x="94268" y="-194354"/>
            <a:ext cx="8869274" cy="4986588"/>
            <a:chOff x="94268" y="-194354"/>
            <a:chExt cx="8869274" cy="4986588"/>
          </a:xfrm>
        </p:grpSpPr>
        <p:grpSp>
          <p:nvGrpSpPr>
            <p:cNvPr id="219" name="Google Shape;219;p16"/>
            <p:cNvGrpSpPr/>
            <p:nvPr/>
          </p:nvGrpSpPr>
          <p:grpSpPr>
            <a:xfrm rot="10800000">
              <a:off x="8203807" y="3633558"/>
              <a:ext cx="759736" cy="1158675"/>
              <a:chOff x="121368" y="180350"/>
              <a:chExt cx="759736" cy="1158675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2" name="Google Shape;222;p16"/>
              <p:cNvCxnSpPr>
                <a:stCxn id="220" idx="2"/>
                <a:endCxn id="221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23" name="Google Shape;223;p16"/>
            <p:cNvGrpSpPr/>
            <p:nvPr/>
          </p:nvGrpSpPr>
          <p:grpSpPr>
            <a:xfrm flipH="1">
              <a:off x="184365" y="3291363"/>
              <a:ext cx="387009" cy="760525"/>
              <a:chOff x="510779" y="426100"/>
              <a:chExt cx="387009" cy="760525"/>
            </a:xfrm>
          </p:grpSpPr>
          <p:sp>
            <p:nvSpPr>
              <p:cNvPr id="224" name="Google Shape;224;p16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6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6" name="Google Shape;226;p16"/>
              <p:cNvCxnSpPr>
                <a:stCxn id="224" idx="2"/>
                <a:endCxn id="22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27" name="Google Shape;227;p16"/>
            <p:cNvGrpSpPr/>
            <p:nvPr/>
          </p:nvGrpSpPr>
          <p:grpSpPr>
            <a:xfrm flipH="1" rot="-5400000">
              <a:off x="-53532" y="-46554"/>
              <a:ext cx="1056125" cy="760525"/>
              <a:chOff x="205979" y="426100"/>
              <a:chExt cx="1056125" cy="760525"/>
            </a:xfrm>
          </p:grpSpPr>
          <p:sp>
            <p:nvSpPr>
              <p:cNvPr id="228" name="Google Shape;228;p16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6"/>
              <p:cNvCxnSpPr>
                <a:stCxn id="228" idx="2"/>
                <a:endCxn id="22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31" name="Google Shape;231;p16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6"/>
          <p:cNvSpPr txBox="1"/>
          <p:nvPr>
            <p:ph idx="1" type="subTitle"/>
          </p:nvPr>
        </p:nvSpPr>
        <p:spPr>
          <a:xfrm>
            <a:off x="713250" y="1017725"/>
            <a:ext cx="7717500" cy="10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7" name="Google Shape;237;p17"/>
          <p:cNvGrpSpPr/>
          <p:nvPr/>
        </p:nvGrpSpPr>
        <p:grpSpPr>
          <a:xfrm>
            <a:off x="582687" y="101246"/>
            <a:ext cx="8459006" cy="4854034"/>
            <a:chOff x="582687" y="101246"/>
            <a:chExt cx="8459006" cy="4854034"/>
          </a:xfrm>
        </p:grpSpPr>
        <p:grpSp>
          <p:nvGrpSpPr>
            <p:cNvPr id="238" name="Google Shape;238;p17"/>
            <p:cNvGrpSpPr/>
            <p:nvPr/>
          </p:nvGrpSpPr>
          <p:grpSpPr>
            <a:xfrm rot="-5400000">
              <a:off x="782157" y="3996058"/>
              <a:ext cx="759736" cy="1158675"/>
              <a:chOff x="121368" y="180350"/>
              <a:chExt cx="759736" cy="1158675"/>
            </a:xfrm>
          </p:grpSpPr>
          <p:sp>
            <p:nvSpPr>
              <p:cNvPr id="239" name="Google Shape;239;p17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17"/>
              <p:cNvCxnSpPr>
                <a:stCxn id="239" idx="2"/>
                <a:endCxn id="24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61843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42" name="Google Shape;242;p17"/>
            <p:cNvGrpSpPr/>
            <p:nvPr/>
          </p:nvGrpSpPr>
          <p:grpSpPr>
            <a:xfrm flipH="1" rot="-5400000">
              <a:off x="7951465" y="4381513"/>
              <a:ext cx="387009" cy="760525"/>
              <a:chOff x="510779" y="426100"/>
              <a:chExt cx="387009" cy="760525"/>
            </a:xfrm>
          </p:grpSpPr>
          <p:sp>
            <p:nvSpPr>
              <p:cNvPr id="243" name="Google Shape;243;p17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7"/>
              <p:cNvCxnSpPr>
                <a:stCxn id="243" idx="2"/>
                <a:endCxn id="24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46" name="Google Shape;246;p17"/>
            <p:cNvGrpSpPr/>
            <p:nvPr/>
          </p:nvGrpSpPr>
          <p:grpSpPr>
            <a:xfrm flipH="1">
              <a:off x="7985568" y="101246"/>
              <a:ext cx="1056125" cy="760525"/>
              <a:chOff x="205979" y="426100"/>
              <a:chExt cx="1056125" cy="760525"/>
            </a:xfrm>
          </p:grpSpPr>
          <p:sp>
            <p:nvSpPr>
              <p:cNvPr id="247" name="Google Shape;247;p17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17"/>
              <p:cNvCxnSpPr>
                <a:stCxn id="247" idx="2"/>
                <a:endCxn id="24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50" name="Google Shape;250;p17"/>
          <p:cNvSpPr txBox="1"/>
          <p:nvPr>
            <p:ph idx="1" type="subTitle"/>
          </p:nvPr>
        </p:nvSpPr>
        <p:spPr>
          <a:xfrm>
            <a:off x="713225" y="1017725"/>
            <a:ext cx="7717500" cy="19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8"/>
          <p:cNvGrpSpPr/>
          <p:nvPr/>
        </p:nvGrpSpPr>
        <p:grpSpPr>
          <a:xfrm>
            <a:off x="179993" y="178678"/>
            <a:ext cx="9833329" cy="4343773"/>
            <a:chOff x="179993" y="178678"/>
            <a:chExt cx="9833329" cy="4343773"/>
          </a:xfrm>
        </p:grpSpPr>
        <p:grpSp>
          <p:nvGrpSpPr>
            <p:cNvPr id="253" name="Google Shape;253;p18"/>
            <p:cNvGrpSpPr/>
            <p:nvPr/>
          </p:nvGrpSpPr>
          <p:grpSpPr>
            <a:xfrm flipH="1">
              <a:off x="179993" y="3761926"/>
              <a:ext cx="387009" cy="760525"/>
              <a:chOff x="510779" y="426100"/>
              <a:chExt cx="387009" cy="760525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6" name="Google Shape;256;p18"/>
              <p:cNvCxnSpPr>
                <a:stCxn id="254" idx="2"/>
                <a:endCxn id="255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57" name="Google Shape;257;p18"/>
            <p:cNvGrpSpPr/>
            <p:nvPr/>
          </p:nvGrpSpPr>
          <p:grpSpPr>
            <a:xfrm flipH="1" rot="10800000">
              <a:off x="8957196" y="3172858"/>
              <a:ext cx="1056125" cy="760525"/>
              <a:chOff x="205979" y="426100"/>
              <a:chExt cx="1056125" cy="760525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0" name="Google Shape;260;p18"/>
              <p:cNvCxnSpPr>
                <a:stCxn id="258" idx="2"/>
                <a:endCxn id="259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61" name="Google Shape;261;p18"/>
            <p:cNvGrpSpPr/>
            <p:nvPr/>
          </p:nvGrpSpPr>
          <p:grpSpPr>
            <a:xfrm flipH="1" rot="-5400000">
              <a:off x="599107" y="-20792"/>
              <a:ext cx="759736" cy="1158675"/>
              <a:chOff x="121368" y="180350"/>
              <a:chExt cx="759736" cy="1158675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4" name="Google Shape;264;p18"/>
              <p:cNvCxnSpPr>
                <a:stCxn id="262" idx="2"/>
                <a:endCxn id="263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7388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65" name="Google Shape;265;p18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7" name="Google Shape;267;p18"/>
          <p:cNvSpPr txBox="1"/>
          <p:nvPr>
            <p:ph idx="1" type="subTitle"/>
          </p:nvPr>
        </p:nvSpPr>
        <p:spPr>
          <a:xfrm>
            <a:off x="4649848" y="163770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idx="2" type="subTitle"/>
          </p:nvPr>
        </p:nvSpPr>
        <p:spPr>
          <a:xfrm>
            <a:off x="916048" y="255175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18"/>
          <p:cNvSpPr txBox="1"/>
          <p:nvPr>
            <p:ph idx="3" type="subTitle"/>
          </p:nvPr>
        </p:nvSpPr>
        <p:spPr>
          <a:xfrm>
            <a:off x="4649848" y="3465800"/>
            <a:ext cx="35781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18"/>
          <p:cNvSpPr txBox="1"/>
          <p:nvPr>
            <p:ph idx="4" type="subTitle"/>
          </p:nvPr>
        </p:nvSpPr>
        <p:spPr>
          <a:xfrm>
            <a:off x="4649855" y="126767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71" name="Google Shape;271;p18"/>
          <p:cNvSpPr txBox="1"/>
          <p:nvPr>
            <p:ph idx="5" type="subTitle"/>
          </p:nvPr>
        </p:nvSpPr>
        <p:spPr>
          <a:xfrm>
            <a:off x="916045" y="218172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72" name="Google Shape;272;p18"/>
          <p:cNvSpPr txBox="1"/>
          <p:nvPr>
            <p:ph idx="6" type="subTitle"/>
          </p:nvPr>
        </p:nvSpPr>
        <p:spPr>
          <a:xfrm>
            <a:off x="4649848" y="3095775"/>
            <a:ext cx="3578100" cy="4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/>
          <p:cNvGrpSpPr/>
          <p:nvPr/>
        </p:nvGrpSpPr>
        <p:grpSpPr>
          <a:xfrm>
            <a:off x="94268" y="-194354"/>
            <a:ext cx="8869031" cy="4992163"/>
            <a:chOff x="94268" y="-194354"/>
            <a:chExt cx="8869031" cy="4992163"/>
          </a:xfrm>
        </p:grpSpPr>
        <p:grpSp>
          <p:nvGrpSpPr>
            <p:cNvPr id="275" name="Google Shape;275;p19"/>
            <p:cNvGrpSpPr/>
            <p:nvPr/>
          </p:nvGrpSpPr>
          <p:grpSpPr>
            <a:xfrm flipH="1" rot="-5400000">
              <a:off x="-53532" y="-46554"/>
              <a:ext cx="1056125" cy="760525"/>
              <a:chOff x="205979" y="426100"/>
              <a:chExt cx="1056125" cy="760525"/>
            </a:xfrm>
          </p:grpSpPr>
          <p:sp>
            <p:nvSpPr>
              <p:cNvPr id="276" name="Google Shape;276;p19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8" name="Google Shape;278;p19"/>
              <p:cNvCxnSpPr>
                <a:stCxn id="277" idx="2"/>
                <a:endCxn id="276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279" name="Google Shape;279;p19"/>
            <p:cNvGrpSpPr/>
            <p:nvPr/>
          </p:nvGrpSpPr>
          <p:grpSpPr>
            <a:xfrm rot="10800000">
              <a:off x="8203557" y="3639133"/>
              <a:ext cx="759736" cy="1158675"/>
              <a:chOff x="121368" y="180350"/>
              <a:chExt cx="759736" cy="1158675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1" name="Google Shape;281;p19"/>
              <p:cNvCxnSpPr>
                <a:stCxn id="280" idx="2"/>
                <a:endCxn id="282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  <p:sp>
            <p:nvSpPr>
              <p:cNvPr id="282" name="Google Shape;282;p19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 flipH="1" rot="10800000">
              <a:off x="8576290" y="1278126"/>
              <a:ext cx="387009" cy="760525"/>
              <a:chOff x="510779" y="426100"/>
              <a:chExt cx="387009" cy="760525"/>
            </a:xfrm>
          </p:grpSpPr>
          <p:sp>
            <p:nvSpPr>
              <p:cNvPr id="284" name="Google Shape;284;p19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9"/>
              <p:cNvCxnSpPr>
                <a:stCxn id="285" idx="2"/>
                <a:endCxn id="28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287" name="Google Shape;287;p19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1" type="subTitle"/>
          </p:nvPr>
        </p:nvSpPr>
        <p:spPr>
          <a:xfrm>
            <a:off x="1360375" y="17774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" name="Google Shape;290;p19"/>
          <p:cNvSpPr txBox="1"/>
          <p:nvPr>
            <p:ph idx="2" type="subTitle"/>
          </p:nvPr>
        </p:nvSpPr>
        <p:spPr>
          <a:xfrm>
            <a:off x="5061949" y="17774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19"/>
          <p:cNvSpPr txBox="1"/>
          <p:nvPr>
            <p:ph idx="3" type="subTitle"/>
          </p:nvPr>
        </p:nvSpPr>
        <p:spPr>
          <a:xfrm>
            <a:off x="1360375" y="33020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19"/>
          <p:cNvSpPr txBox="1"/>
          <p:nvPr>
            <p:ph idx="4" type="subTitle"/>
          </p:nvPr>
        </p:nvSpPr>
        <p:spPr>
          <a:xfrm>
            <a:off x="5061949" y="3302075"/>
            <a:ext cx="3141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19"/>
          <p:cNvSpPr txBox="1"/>
          <p:nvPr>
            <p:ph idx="5" type="subTitle"/>
          </p:nvPr>
        </p:nvSpPr>
        <p:spPr>
          <a:xfrm>
            <a:off x="1360376" y="1419750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4" name="Google Shape;294;p19"/>
          <p:cNvSpPr txBox="1"/>
          <p:nvPr>
            <p:ph idx="6" type="subTitle"/>
          </p:nvPr>
        </p:nvSpPr>
        <p:spPr>
          <a:xfrm>
            <a:off x="1360376" y="2944375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5" name="Google Shape;295;p19"/>
          <p:cNvSpPr txBox="1"/>
          <p:nvPr>
            <p:ph idx="7" type="subTitle"/>
          </p:nvPr>
        </p:nvSpPr>
        <p:spPr>
          <a:xfrm>
            <a:off x="5061919" y="1419750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96" name="Google Shape;296;p19"/>
          <p:cNvSpPr txBox="1"/>
          <p:nvPr>
            <p:ph idx="8" type="subTitle"/>
          </p:nvPr>
        </p:nvSpPr>
        <p:spPr>
          <a:xfrm>
            <a:off x="5061919" y="2944375"/>
            <a:ext cx="3141600" cy="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0"/>
          <p:cNvGrpSpPr/>
          <p:nvPr/>
        </p:nvGrpSpPr>
        <p:grpSpPr>
          <a:xfrm>
            <a:off x="182093" y="-130717"/>
            <a:ext cx="9535679" cy="4232467"/>
            <a:chOff x="182093" y="-130717"/>
            <a:chExt cx="9535679" cy="4232467"/>
          </a:xfrm>
        </p:grpSpPr>
        <p:grpSp>
          <p:nvGrpSpPr>
            <p:cNvPr id="299" name="Google Shape;299;p20"/>
            <p:cNvGrpSpPr/>
            <p:nvPr/>
          </p:nvGrpSpPr>
          <p:grpSpPr>
            <a:xfrm flipH="1">
              <a:off x="182093" y="3341226"/>
              <a:ext cx="387009" cy="760525"/>
              <a:chOff x="510779" y="426100"/>
              <a:chExt cx="387009" cy="760525"/>
            </a:xfrm>
          </p:grpSpPr>
          <p:sp>
            <p:nvSpPr>
              <p:cNvPr id="300" name="Google Shape;300;p20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0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2" name="Google Shape;302;p20"/>
              <p:cNvCxnSpPr>
                <a:stCxn id="300" idx="2"/>
                <a:endCxn id="301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03" name="Google Shape;303;p20"/>
            <p:cNvGrpSpPr/>
            <p:nvPr/>
          </p:nvGrpSpPr>
          <p:grpSpPr>
            <a:xfrm flipH="1" rot="-5400000">
              <a:off x="8809446" y="17083"/>
              <a:ext cx="1056125" cy="760525"/>
              <a:chOff x="205979" y="426100"/>
              <a:chExt cx="1056125" cy="760525"/>
            </a:xfrm>
          </p:grpSpPr>
          <p:sp>
            <p:nvSpPr>
              <p:cNvPr id="304" name="Google Shape;304;p20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6" name="Google Shape;306;p20"/>
              <p:cNvCxnSpPr>
                <a:stCxn id="304" idx="2"/>
                <a:endCxn id="305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07" name="Google Shape;307;p20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0412" y="1589275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720412" y="3901224"/>
            <a:ext cx="37938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0412" y="2745250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4629784" y="2745250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4629784" y="1589283"/>
            <a:ext cx="37938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4629784" y="3903192"/>
            <a:ext cx="37938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0412" y="123887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720412" y="3550850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4629788" y="123887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0412" y="2394859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4629788" y="2394850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4629788" y="3550825"/>
            <a:ext cx="37938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dk1"/>
                </a:solidFill>
                <a:latin typeface="Epilogue Medium"/>
                <a:ea typeface="Epilogue Medium"/>
                <a:cs typeface="Epilogue Medium"/>
                <a:sym typeface="Epilogu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1"/>
          <p:cNvGrpSpPr/>
          <p:nvPr/>
        </p:nvGrpSpPr>
        <p:grpSpPr>
          <a:xfrm>
            <a:off x="82368" y="194975"/>
            <a:ext cx="8879556" cy="4857743"/>
            <a:chOff x="82368" y="194975"/>
            <a:chExt cx="8879556" cy="4857743"/>
          </a:xfrm>
        </p:grpSpPr>
        <p:grpSp>
          <p:nvGrpSpPr>
            <p:cNvPr id="323" name="Google Shape;323;p21"/>
            <p:cNvGrpSpPr/>
            <p:nvPr/>
          </p:nvGrpSpPr>
          <p:grpSpPr>
            <a:xfrm>
              <a:off x="82368" y="194975"/>
              <a:ext cx="8879556" cy="4857743"/>
              <a:chOff x="82368" y="194975"/>
              <a:chExt cx="8879556" cy="4857743"/>
            </a:xfrm>
          </p:grpSpPr>
          <p:grpSp>
            <p:nvGrpSpPr>
              <p:cNvPr id="324" name="Google Shape;324;p21"/>
              <p:cNvGrpSpPr/>
              <p:nvPr/>
            </p:nvGrpSpPr>
            <p:grpSpPr>
              <a:xfrm>
                <a:off x="129468" y="194975"/>
                <a:ext cx="8832456" cy="4810518"/>
                <a:chOff x="129468" y="194975"/>
                <a:chExt cx="8832456" cy="4810518"/>
              </a:xfrm>
            </p:grpSpPr>
            <p:grpSp>
              <p:nvGrpSpPr>
                <p:cNvPr id="325" name="Google Shape;325;p21"/>
                <p:cNvGrpSpPr/>
                <p:nvPr/>
              </p:nvGrpSpPr>
              <p:grpSpPr>
                <a:xfrm>
                  <a:off x="8574915" y="3836801"/>
                  <a:ext cx="387009" cy="760525"/>
                  <a:chOff x="8574915" y="3836801"/>
                  <a:chExt cx="387009" cy="760525"/>
                </a:xfrm>
              </p:grpSpPr>
              <p:sp>
                <p:nvSpPr>
                  <p:cNvPr id="326" name="Google Shape;326;p21"/>
                  <p:cNvSpPr/>
                  <p:nvPr/>
                </p:nvSpPr>
                <p:spPr>
                  <a:xfrm>
                    <a:off x="8867724" y="3836801"/>
                    <a:ext cx="94200" cy="94200"/>
                  </a:xfrm>
                  <a:prstGeom prst="ellipse">
                    <a:avLst/>
                  </a:prstGeom>
                  <a:noFill/>
                  <a:ln>
                    <a:noFill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21"/>
                  <p:cNvSpPr/>
                  <p:nvPr/>
                </p:nvSpPr>
                <p:spPr>
                  <a:xfrm rot="-5400000">
                    <a:off x="8574915" y="4503126"/>
                    <a:ext cx="94200" cy="942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cxnSp>
                <p:nvCxnSpPr>
                  <p:cNvPr id="328" name="Google Shape;328;p21"/>
                  <p:cNvCxnSpPr>
                    <a:stCxn id="326" idx="2"/>
                    <a:endCxn id="327" idx="6"/>
                  </p:cNvCxnSpPr>
                  <p:nvPr/>
                </p:nvCxnSpPr>
                <p:spPr>
                  <a:xfrm flipH="1">
                    <a:off x="8622024" y="3883901"/>
                    <a:ext cx="245700" cy="619200"/>
                  </a:xfrm>
                  <a:prstGeom prst="bentConnector2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57150" rotWithShape="0" algn="bl" dir="5400000" dist="19050">
                      <a:schemeClr val="accent4">
                        <a:alpha val="50000"/>
                      </a:schemeClr>
                    </a:outerShdw>
                  </a:effectLst>
                </p:spPr>
              </p:cxnSp>
            </p:grpSp>
            <p:cxnSp>
              <p:nvCxnSpPr>
                <p:cNvPr id="329" name="Google Shape;329;p21"/>
                <p:cNvCxnSpPr>
                  <a:stCxn id="330" idx="2"/>
                  <a:endCxn id="331" idx="6"/>
                </p:cNvCxnSpPr>
                <p:nvPr/>
              </p:nvCxnSpPr>
              <p:spPr>
                <a:xfrm flipH="1" rot="-5400000">
                  <a:off x="-18282" y="4238543"/>
                  <a:ext cx="914700" cy="619200"/>
                </a:xfrm>
                <a:prstGeom prst="bentConnector2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  <p:sp>
              <p:nvSpPr>
                <p:cNvPr id="332" name="Google Shape;332;p21"/>
                <p:cNvSpPr/>
                <p:nvPr/>
              </p:nvSpPr>
              <p:spPr>
                <a:xfrm>
                  <a:off x="7416262" y="194975"/>
                  <a:ext cx="94200" cy="94200"/>
                </a:xfrm>
                <a:prstGeom prst="ellipse">
                  <a:avLst/>
                </a:prstGeom>
                <a:noFill/>
                <a:ln>
                  <a:noFill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33" name="Google Shape;333;p21"/>
                <p:cNvCxnSpPr>
                  <a:stCxn id="334" idx="2"/>
                  <a:endCxn id="332" idx="4"/>
                </p:cNvCxnSpPr>
                <p:nvPr/>
              </p:nvCxnSpPr>
              <p:spPr>
                <a:xfrm flipH="1" rot="5400000">
                  <a:off x="7710037" y="42711"/>
                  <a:ext cx="571200" cy="1064400"/>
                </a:xfrm>
                <a:prstGeom prst="bentConnector3">
                  <a:avLst>
                    <a:gd fmla="val 55600" name="adj1"/>
                  </a:avLst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57150" rotWithShape="0" algn="bl" dir="5400000" dist="19050">
                    <a:schemeClr val="accent4">
                      <a:alpha val="50000"/>
                    </a:schemeClr>
                  </a:outerShdw>
                </a:effectLst>
              </p:spPr>
            </p:cxnSp>
          </p:grpSp>
          <p:sp>
            <p:nvSpPr>
              <p:cNvPr id="330" name="Google Shape;330;p21"/>
              <p:cNvSpPr/>
              <p:nvPr/>
            </p:nvSpPr>
            <p:spPr>
              <a:xfrm rot="-5400000">
                <a:off x="82368" y="3996593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 rot="10800000">
                <a:off x="748693" y="4958518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4" name="Google Shape;334;p21"/>
            <p:cNvSpPr/>
            <p:nvPr/>
          </p:nvSpPr>
          <p:spPr>
            <a:xfrm rot="5400000">
              <a:off x="8480737" y="860511"/>
              <a:ext cx="94200" cy="942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accent4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1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>
            <p:ph hasCustomPrompt="1" type="title"/>
          </p:nvPr>
        </p:nvSpPr>
        <p:spPr>
          <a:xfrm>
            <a:off x="798381" y="130672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7" name="Google Shape;337;p21"/>
          <p:cNvSpPr txBox="1"/>
          <p:nvPr>
            <p:ph idx="1" type="subTitle"/>
          </p:nvPr>
        </p:nvSpPr>
        <p:spPr>
          <a:xfrm>
            <a:off x="798394" y="2081371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21"/>
          <p:cNvSpPr txBox="1"/>
          <p:nvPr>
            <p:ph hasCustomPrompt="1" idx="2" type="title"/>
          </p:nvPr>
        </p:nvSpPr>
        <p:spPr>
          <a:xfrm>
            <a:off x="2825700" y="268116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21"/>
          <p:cNvSpPr txBox="1"/>
          <p:nvPr>
            <p:ph idx="3" type="subTitle"/>
          </p:nvPr>
        </p:nvSpPr>
        <p:spPr>
          <a:xfrm>
            <a:off x="2825700" y="3456099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21"/>
          <p:cNvSpPr txBox="1"/>
          <p:nvPr>
            <p:ph hasCustomPrompt="1" idx="4" type="title"/>
          </p:nvPr>
        </p:nvSpPr>
        <p:spPr>
          <a:xfrm>
            <a:off x="4853006" y="130672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21"/>
          <p:cNvSpPr txBox="1"/>
          <p:nvPr>
            <p:ph idx="5" type="subTitle"/>
          </p:nvPr>
        </p:nvSpPr>
        <p:spPr>
          <a:xfrm>
            <a:off x="4853019" y="2081371"/>
            <a:ext cx="34926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22"/>
          <p:cNvGrpSpPr/>
          <p:nvPr/>
        </p:nvGrpSpPr>
        <p:grpSpPr>
          <a:xfrm>
            <a:off x="-516907" y="185808"/>
            <a:ext cx="8499311" cy="5507200"/>
            <a:chOff x="-516907" y="185808"/>
            <a:chExt cx="8499311" cy="5507200"/>
          </a:xfrm>
        </p:grpSpPr>
        <p:grpSp>
          <p:nvGrpSpPr>
            <p:cNvPr id="345" name="Google Shape;345;p22"/>
            <p:cNvGrpSpPr/>
            <p:nvPr/>
          </p:nvGrpSpPr>
          <p:grpSpPr>
            <a:xfrm flipH="1" rot="5400000">
              <a:off x="7408637" y="-949"/>
              <a:ext cx="387009" cy="760525"/>
              <a:chOff x="510779" y="426100"/>
              <a:chExt cx="387009" cy="760525"/>
            </a:xfrm>
          </p:grpSpPr>
          <p:sp>
            <p:nvSpPr>
              <p:cNvPr id="346" name="Google Shape;346;p22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8" name="Google Shape;348;p22"/>
              <p:cNvCxnSpPr>
                <a:stCxn id="346" idx="2"/>
                <a:endCxn id="347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49" name="Google Shape;349;p22"/>
            <p:cNvGrpSpPr/>
            <p:nvPr/>
          </p:nvGrpSpPr>
          <p:grpSpPr>
            <a:xfrm>
              <a:off x="-516907" y="4932483"/>
              <a:ext cx="1056125" cy="760525"/>
              <a:chOff x="205979" y="426100"/>
              <a:chExt cx="1056125" cy="760525"/>
            </a:xfrm>
          </p:grpSpPr>
          <p:sp>
            <p:nvSpPr>
              <p:cNvPr id="350" name="Google Shape;350;p22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2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2" name="Google Shape;352;p22"/>
              <p:cNvCxnSpPr>
                <a:stCxn id="350" idx="2"/>
                <a:endCxn id="351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53" name="Google Shape;353;p22"/>
          <p:cNvSpPr txBox="1"/>
          <p:nvPr>
            <p:ph type="title"/>
          </p:nvPr>
        </p:nvSpPr>
        <p:spPr>
          <a:xfrm>
            <a:off x="713255" y="539500"/>
            <a:ext cx="41517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" name="Google Shape;354;p22"/>
          <p:cNvSpPr txBox="1"/>
          <p:nvPr>
            <p:ph idx="1" type="subTitle"/>
          </p:nvPr>
        </p:nvSpPr>
        <p:spPr>
          <a:xfrm>
            <a:off x="713225" y="1598200"/>
            <a:ext cx="4151700" cy="11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5" name="Google Shape;355;p22"/>
          <p:cNvSpPr txBox="1"/>
          <p:nvPr/>
        </p:nvSpPr>
        <p:spPr>
          <a:xfrm>
            <a:off x="882455" y="3419625"/>
            <a:ext cx="38133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Epilogue"/>
                <a:ea typeface="Epilogue"/>
                <a:cs typeface="Epilogue"/>
                <a:sym typeface="Epilogue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b="1" sz="10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23"/>
          <p:cNvGrpSpPr/>
          <p:nvPr/>
        </p:nvGrpSpPr>
        <p:grpSpPr>
          <a:xfrm>
            <a:off x="4043930" y="185808"/>
            <a:ext cx="4916224" cy="5507200"/>
            <a:chOff x="4043930" y="185808"/>
            <a:chExt cx="4916224" cy="5507200"/>
          </a:xfrm>
        </p:grpSpPr>
        <p:grpSp>
          <p:nvGrpSpPr>
            <p:cNvPr id="358" name="Google Shape;358;p23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359" name="Google Shape;359;p23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3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1" name="Google Shape;361;p23"/>
              <p:cNvCxnSpPr>
                <a:stCxn id="359" idx="2"/>
                <a:endCxn id="36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62" name="Google Shape;362;p23"/>
            <p:cNvGrpSpPr/>
            <p:nvPr/>
          </p:nvGrpSpPr>
          <p:grpSpPr>
            <a:xfrm flipH="1" rot="5400000">
              <a:off x="4378487" y="-949"/>
              <a:ext cx="387009" cy="760525"/>
              <a:chOff x="510779" y="426100"/>
              <a:chExt cx="387009" cy="760525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3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5" name="Google Shape;365;p23"/>
              <p:cNvCxnSpPr>
                <a:stCxn id="363" idx="2"/>
                <a:endCxn id="36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66" name="Google Shape;366;p23"/>
            <p:cNvGrpSpPr/>
            <p:nvPr/>
          </p:nvGrpSpPr>
          <p:grpSpPr>
            <a:xfrm>
              <a:off x="4043930" y="4932483"/>
              <a:ext cx="1056125" cy="760525"/>
              <a:chOff x="205979" y="426100"/>
              <a:chExt cx="1056125" cy="760525"/>
            </a:xfrm>
          </p:grpSpPr>
          <p:sp>
            <p:nvSpPr>
              <p:cNvPr id="367" name="Google Shape;367;p23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3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69" name="Google Shape;369;p23"/>
              <p:cNvCxnSpPr>
                <a:stCxn id="367" idx="2"/>
                <a:endCxn id="36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70" name="Google Shape;370;p23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4"/>
          <p:cNvGrpSpPr/>
          <p:nvPr/>
        </p:nvGrpSpPr>
        <p:grpSpPr>
          <a:xfrm>
            <a:off x="185112" y="-403926"/>
            <a:ext cx="9011706" cy="4354377"/>
            <a:chOff x="185112" y="-403926"/>
            <a:chExt cx="9011706" cy="4354377"/>
          </a:xfrm>
        </p:grpSpPr>
        <p:grpSp>
          <p:nvGrpSpPr>
            <p:cNvPr id="373" name="Google Shape;373;p24"/>
            <p:cNvGrpSpPr/>
            <p:nvPr/>
          </p:nvGrpSpPr>
          <p:grpSpPr>
            <a:xfrm flipH="1" rot="-5400000">
              <a:off x="607893" y="-9342"/>
              <a:ext cx="759736" cy="1158675"/>
              <a:chOff x="121368" y="180350"/>
              <a:chExt cx="759736" cy="1158675"/>
            </a:xfrm>
          </p:grpSpPr>
          <p:sp>
            <p:nvSpPr>
              <p:cNvPr id="374" name="Google Shape;374;p24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4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6" name="Google Shape;376;p24"/>
              <p:cNvCxnSpPr>
                <a:stCxn id="374" idx="2"/>
                <a:endCxn id="375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5167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77" name="Google Shape;377;p24"/>
            <p:cNvGrpSpPr/>
            <p:nvPr/>
          </p:nvGrpSpPr>
          <p:grpSpPr>
            <a:xfrm flipH="1">
              <a:off x="185112" y="3189926"/>
              <a:ext cx="387009" cy="760525"/>
              <a:chOff x="510779" y="426100"/>
              <a:chExt cx="387009" cy="760525"/>
            </a:xfrm>
          </p:grpSpPr>
          <p:sp>
            <p:nvSpPr>
              <p:cNvPr id="378" name="Google Shape;378;p24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0" name="Google Shape;380;p24"/>
              <p:cNvCxnSpPr>
                <a:stCxn id="378" idx="2"/>
                <a:endCxn id="379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81" name="Google Shape;381;p24"/>
            <p:cNvGrpSpPr/>
            <p:nvPr/>
          </p:nvGrpSpPr>
          <p:grpSpPr>
            <a:xfrm rot="4500040">
              <a:off x="8052249" y="-262084"/>
              <a:ext cx="1056093" cy="993570"/>
              <a:chOff x="205979" y="286000"/>
              <a:chExt cx="1056125" cy="993600"/>
            </a:xfrm>
          </p:grpSpPr>
          <p:sp>
            <p:nvSpPr>
              <p:cNvPr id="382" name="Google Shape;382;p24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4" name="Google Shape;384;p24"/>
              <p:cNvCxnSpPr>
                <a:stCxn id="382" idx="2"/>
                <a:endCxn id="383" idx="6"/>
              </p:cNvCxnSpPr>
              <p:nvPr/>
            </p:nvCxnSpPr>
            <p:spPr>
              <a:xfrm flipH="1" rot="899926">
                <a:off x="348882" y="365386"/>
                <a:ext cx="723343" cy="834828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385" name="Google Shape;385;p24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4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5"/>
          <p:cNvGrpSpPr/>
          <p:nvPr/>
        </p:nvGrpSpPr>
        <p:grpSpPr>
          <a:xfrm>
            <a:off x="-718570" y="185808"/>
            <a:ext cx="9678724" cy="5507200"/>
            <a:chOff x="-718570" y="185808"/>
            <a:chExt cx="9678724" cy="5507200"/>
          </a:xfrm>
        </p:grpSpPr>
        <p:grpSp>
          <p:nvGrpSpPr>
            <p:cNvPr id="388" name="Google Shape;388;p25"/>
            <p:cNvGrpSpPr/>
            <p:nvPr/>
          </p:nvGrpSpPr>
          <p:grpSpPr>
            <a:xfrm rot="10800000">
              <a:off x="8200418" y="3625996"/>
              <a:ext cx="759736" cy="1158675"/>
              <a:chOff x="121368" y="180350"/>
              <a:chExt cx="759736" cy="1158675"/>
            </a:xfrm>
          </p:grpSpPr>
          <p:sp>
            <p:nvSpPr>
              <p:cNvPr id="389" name="Google Shape;389;p25"/>
              <p:cNvSpPr/>
              <p:nvPr/>
            </p:nvSpPr>
            <p:spPr>
              <a:xfrm>
                <a:off x="786904" y="18035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 rot="-5400000">
                <a:off x="121368" y="1244825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1" name="Google Shape;391;p25"/>
              <p:cNvCxnSpPr>
                <a:stCxn id="389" idx="2"/>
                <a:endCxn id="390" idx="4"/>
              </p:cNvCxnSpPr>
              <p:nvPr/>
            </p:nvCxnSpPr>
            <p:spPr>
              <a:xfrm flipH="1">
                <a:off x="215704" y="227450"/>
                <a:ext cx="571200" cy="1064400"/>
              </a:xfrm>
              <a:prstGeom prst="bentConnector3">
                <a:avLst>
                  <a:gd fmla="val 50012" name="adj1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92" name="Google Shape;392;p25"/>
            <p:cNvGrpSpPr/>
            <p:nvPr/>
          </p:nvGrpSpPr>
          <p:grpSpPr>
            <a:xfrm flipH="1" rot="5400000">
              <a:off x="7857012" y="-949"/>
              <a:ext cx="387009" cy="760525"/>
              <a:chOff x="510779" y="426100"/>
              <a:chExt cx="387009" cy="760525"/>
            </a:xfrm>
          </p:grpSpPr>
          <p:sp>
            <p:nvSpPr>
              <p:cNvPr id="393" name="Google Shape;393;p25"/>
              <p:cNvSpPr/>
              <p:nvPr/>
            </p:nvSpPr>
            <p:spPr>
              <a:xfrm>
                <a:off x="803589" y="426100"/>
                <a:ext cx="94200" cy="9420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 rot="-5400000">
                <a:off x="5107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5" name="Google Shape;395;p25"/>
              <p:cNvCxnSpPr>
                <a:stCxn id="393" idx="2"/>
                <a:endCxn id="394" idx="6"/>
              </p:cNvCxnSpPr>
              <p:nvPr/>
            </p:nvCxnSpPr>
            <p:spPr>
              <a:xfrm flipH="1">
                <a:off x="557889" y="473200"/>
                <a:ext cx="245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  <p:grpSp>
          <p:nvGrpSpPr>
            <p:cNvPr id="396" name="Google Shape;396;p25"/>
            <p:cNvGrpSpPr/>
            <p:nvPr/>
          </p:nvGrpSpPr>
          <p:grpSpPr>
            <a:xfrm>
              <a:off x="-718570" y="4932483"/>
              <a:ext cx="1056125" cy="760525"/>
              <a:chOff x="205979" y="426100"/>
              <a:chExt cx="1056125" cy="760525"/>
            </a:xfrm>
          </p:grpSpPr>
          <p:sp>
            <p:nvSpPr>
              <p:cNvPr id="397" name="Google Shape;397;p25"/>
              <p:cNvSpPr/>
              <p:nvPr/>
            </p:nvSpPr>
            <p:spPr>
              <a:xfrm>
                <a:off x="1167904" y="426100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5"/>
              <p:cNvSpPr/>
              <p:nvPr/>
            </p:nvSpPr>
            <p:spPr>
              <a:xfrm rot="-5400000">
                <a:off x="205979" y="1092425"/>
                <a:ext cx="94200" cy="94200"/>
              </a:xfrm>
              <a:prstGeom prst="ellipse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9" name="Google Shape;399;p25"/>
              <p:cNvCxnSpPr>
                <a:stCxn id="397" idx="2"/>
                <a:endCxn id="398" idx="6"/>
              </p:cNvCxnSpPr>
              <p:nvPr/>
            </p:nvCxnSpPr>
            <p:spPr>
              <a:xfrm flipH="1">
                <a:off x="253204" y="473200"/>
                <a:ext cx="914700" cy="619200"/>
              </a:xfrm>
              <a:prstGeom prst="bentConnector2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57150" rotWithShape="0" algn="bl" dir="5400000" dist="19050">
                  <a:schemeClr val="accent4">
                    <a:alpha val="50000"/>
                  </a:schemeClr>
                </a:outerShdw>
              </a:effectLst>
            </p:spPr>
          </p:cxnSp>
        </p:grpSp>
      </p:grpSp>
      <p:sp>
        <p:nvSpPr>
          <p:cNvPr id="400" name="Google Shape;400;p25"/>
          <p:cNvSpPr/>
          <p:nvPr/>
        </p:nvSpPr>
        <p:spPr>
          <a:xfrm>
            <a:off x="275250" y="278250"/>
            <a:ext cx="8593500" cy="4587000"/>
          </a:xfrm>
          <a:prstGeom prst="snip2DiagRect">
            <a:avLst>
              <a:gd fmla="val 0" name="adj1"/>
              <a:gd fmla="val 92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4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"/>
          <p:cNvSpPr txBox="1"/>
          <p:nvPr>
            <p:ph type="ctrTitle"/>
          </p:nvPr>
        </p:nvSpPr>
        <p:spPr>
          <a:xfrm>
            <a:off x="643875" y="1038975"/>
            <a:ext cx="4808400" cy="22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Sistema de Recomendación de Portátiles</a:t>
            </a:r>
            <a:endParaRPr b="1"/>
          </a:p>
        </p:txBody>
      </p:sp>
      <p:sp>
        <p:nvSpPr>
          <p:cNvPr id="406" name="Google Shape;406;p26"/>
          <p:cNvSpPr txBox="1"/>
          <p:nvPr>
            <p:ph idx="1" type="subTitle"/>
          </p:nvPr>
        </p:nvSpPr>
        <p:spPr>
          <a:xfrm>
            <a:off x="713225" y="3611731"/>
            <a:ext cx="4528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Jorge Alonso Fernández.</a:t>
            </a:r>
            <a:endParaRPr/>
          </a:p>
        </p:txBody>
      </p:sp>
      <p:grpSp>
        <p:nvGrpSpPr>
          <p:cNvPr id="407" name="Google Shape;407;p26"/>
          <p:cNvGrpSpPr/>
          <p:nvPr/>
        </p:nvGrpSpPr>
        <p:grpSpPr>
          <a:xfrm>
            <a:off x="5171579" y="502132"/>
            <a:ext cx="3095561" cy="3998305"/>
            <a:chOff x="713228" y="756273"/>
            <a:chExt cx="2795593" cy="3610859"/>
          </a:xfrm>
        </p:grpSpPr>
        <p:grpSp>
          <p:nvGrpSpPr>
            <p:cNvPr id="408" name="Google Shape;408;p26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409" name="Google Shape;409;p26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6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6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rgbClr val="D9EAD3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rgbClr val="F3F7F8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6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6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rgbClr val="76A5AF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rgbClr val="88ADA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rgbClr val="0C343D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rgbClr val="88ADA5"/>
              </a:solidFill>
              <a:ln>
                <a:noFill/>
              </a:ln>
            </p:spPr>
            <p:txBody>
              <a:bodyPr anchorCtr="0" anchor="ctr" bIns="101225" lIns="101225" spcFirstLastPara="1" rIns="101225" wrap="square" tIns="1012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61" name="Google Shape;461;p26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62" name="Google Shape;462;p26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6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6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550"/>
                    <a:t>    </a:t>
                  </a:r>
                  <a:endParaRPr sz="1550"/>
                </a:p>
              </p:txBody>
            </p:sp>
            <p:sp>
              <p:nvSpPr>
                <p:cNvPr id="465" name="Google Shape;465;p26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6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7" name="Google Shape;467;p26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6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26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rgbClr val="F3F7F8"/>
                </a:solidFill>
                <a:ln>
                  <a:noFill/>
                </a:ln>
              </p:spPr>
              <p:txBody>
                <a:bodyPr anchorCtr="0" anchor="ctr" bIns="101225" lIns="101225" spcFirstLastPara="1" rIns="101225" wrap="square" tIns="1012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70" name="Google Shape;470;p26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ctr" bIns="101225" lIns="101225" spcFirstLastPara="1" rIns="101225" wrap="square" tIns="101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>
            <p:ph type="title"/>
          </p:nvPr>
        </p:nvSpPr>
        <p:spPr>
          <a:xfrm>
            <a:off x="603150" y="362825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708850" y="1121400"/>
            <a:ext cx="47427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El objetivo del proyecto es el desarrollo de un sistema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RAG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(Retrieval-Augmented Generation) especializado en el mercado de ordenadores portátiles. Su función principal es actuar como un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recomendador inteligente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, </a:t>
            </a:r>
            <a:endParaRPr sz="36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77" name="Google Shape;477;p27" title="Gemini_Generated_Image_14wdop14wdop14w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300" y="-294250"/>
            <a:ext cx="4671524" cy="563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"/>
          <p:cNvSpPr txBox="1"/>
          <p:nvPr>
            <p:ph type="title"/>
          </p:nvPr>
        </p:nvSpPr>
        <p:spPr>
          <a:xfrm>
            <a:off x="603150" y="25715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Eleccion del </a:t>
            </a:r>
            <a:r>
              <a:rPr lang="en"/>
              <a:t>Dataset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754993" y="935525"/>
            <a:ext cx="77976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Fuente: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i="1" lang="en" sz="1900">
                <a:latin typeface="Epilogue"/>
                <a:ea typeface="Epilogue"/>
                <a:cs typeface="Epilogue"/>
                <a:sym typeface="Epilogue"/>
              </a:rPr>
              <a:t>Laptop Price and Specification Dataset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(Kaggle).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Selección de Datos: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Se realizó un filtrado del conjunto original, utilizando únicamente las características relevantes para el modelo de recomendación y descartando las propiedades innecesarias.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Nuevo atributos: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crearon el atributo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type y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url.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"/>
          <p:cNvSpPr txBox="1"/>
          <p:nvPr>
            <p:ph type="title"/>
          </p:nvPr>
        </p:nvSpPr>
        <p:spPr>
          <a:xfrm>
            <a:off x="603150" y="52725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Enriquecimiento de Datos: Scraping</a:t>
            </a:r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849450" y="1472600"/>
            <a:ext cx="7445100" cy="27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implementó un proceso de </a:t>
            </a: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web scraping mediante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Selenium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.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Este script procesa los nombres de los portátiles para realizar búsquedas en la web obteniendo su url y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añadiendola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como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parámetro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en el nodo laptop.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90" name="Google Shape;4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475" y="3170075"/>
            <a:ext cx="3346801" cy="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0"/>
          <p:cNvSpPr txBox="1"/>
          <p:nvPr>
            <p:ph type="title"/>
          </p:nvPr>
        </p:nvSpPr>
        <p:spPr>
          <a:xfrm>
            <a:off x="732325" y="339725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Modelado de Datos en Grafo (Neo4j)</a:t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650125" y="900150"/>
            <a:ext cx="55527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Laptop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Product / Model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CPU / GPU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RAM / SSD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Display (Inches)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Price (€)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URL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Company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Name (Marca)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50">
                <a:latin typeface="Epilogue"/>
                <a:ea typeface="Epilogue"/>
                <a:cs typeface="Epilogue"/>
                <a:sym typeface="Epilogue"/>
              </a:rPr>
              <a:t>Nodo Type</a:t>
            </a:r>
            <a:endParaRPr b="1" sz="1550">
              <a:latin typeface="Epilogue"/>
              <a:ea typeface="Epilogue"/>
              <a:cs typeface="Epilogue"/>
              <a:sym typeface="Epilogue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50"/>
              <a:buFont typeface="Epilogue"/>
              <a:buChar char="●"/>
            </a:pPr>
            <a:r>
              <a:rPr lang="en" sz="1550">
                <a:latin typeface="Epilogue"/>
                <a:ea typeface="Epilogue"/>
                <a:cs typeface="Epilogue"/>
                <a:sym typeface="Epilogue"/>
              </a:rPr>
              <a:t>Name (Categoría)</a:t>
            </a:r>
            <a:endParaRPr sz="155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497" name="Google Shape;497;p30" title="visualisation.png"/>
          <p:cNvPicPr preferRelativeResize="0"/>
          <p:nvPr/>
        </p:nvPicPr>
        <p:blipFill rotWithShape="1">
          <a:blip r:embed="rId3">
            <a:alphaModFix/>
          </a:blip>
          <a:srcRect b="0" l="6970" r="-6970" t="0"/>
          <a:stretch/>
        </p:blipFill>
        <p:spPr>
          <a:xfrm>
            <a:off x="3491994" y="-697401"/>
            <a:ext cx="6237950" cy="76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"/>
          <p:cNvSpPr txBox="1"/>
          <p:nvPr>
            <p:ph type="title"/>
          </p:nvPr>
        </p:nvSpPr>
        <p:spPr>
          <a:xfrm>
            <a:off x="603150" y="480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Ingeniería de Embeddings con Ollama</a:t>
            </a:r>
            <a:endParaRPr/>
          </a:p>
        </p:txBody>
      </p:sp>
      <p:sp>
        <p:nvSpPr>
          <p:cNvPr id="503" name="Google Shape;503;p31"/>
          <p:cNvSpPr txBox="1"/>
          <p:nvPr/>
        </p:nvSpPr>
        <p:spPr>
          <a:xfrm>
            <a:off x="743250" y="126455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El Problema de los Datos Crudos: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Los números aislados (ej. "16 GB") carecen de peso semántico para los vectores.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Construcción del Texto Semántico: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Creación de una cadena descriptiva para cada portátil que incluye :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Etiquetas de Lenguaje Natural: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Inserción de palabras clave como "estudiantes", "clases", "multitarea", "FPS altos", "edición de vídeo".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Lógica de Búsqueda Híbrida</a:t>
            </a:r>
            <a:endParaRPr/>
          </a:p>
        </p:txBody>
      </p:sp>
      <p:sp>
        <p:nvSpPr>
          <p:cNvPr id="509" name="Google Shape;509;p32"/>
          <p:cNvSpPr txBox="1"/>
          <p:nvPr/>
        </p:nvSpPr>
        <p:spPr>
          <a:xfrm>
            <a:off x="812625" y="106470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Búsqueda Simbólica (Cypher):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activa ante filtros técnicos claros (RAM, GPU específica, precio máximo).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Asegura precisión matemática en los resultados.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Búsqueda Semántica (Vectorial):</a:t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Epilogue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Se activa ante lenguaje natural ambiguo (ej. "algo cómodo para la mochila").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Utiliza los embeddings.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"/>
          <p:cNvSpPr txBox="1"/>
          <p:nvPr>
            <p:ph type="title"/>
          </p:nvPr>
        </p:nvSpPr>
        <p:spPr>
          <a:xfrm>
            <a:off x="603150" y="3511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Arquitectura de Software </a:t>
            </a:r>
            <a:endParaRPr/>
          </a:p>
        </p:txBody>
      </p:sp>
      <p:sp>
        <p:nvSpPr>
          <p:cNvPr id="515" name="Google Shape;515;p33"/>
          <p:cNvSpPr txBox="1"/>
          <p:nvPr/>
        </p:nvSpPr>
        <p:spPr>
          <a:xfrm>
            <a:off x="837175" y="923800"/>
            <a:ext cx="77976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Orquestador: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LlamaIndex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para la gestión del flujo de datos.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Interfaz: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Streamlit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para un chat interactivo con persistencia de historial 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Motor LLM: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Groq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(Llama 3) para una inferencia de alta velocidad.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Embeddings: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Ollama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(modelo local) para transformar texto en vectores comparables.</a:t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Epilogue"/>
                <a:ea typeface="Epilogue"/>
                <a:cs typeface="Epilogue"/>
                <a:sym typeface="Epilogue"/>
              </a:rPr>
              <a:t>Base de Datos: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Neo4j</a:t>
            </a:r>
            <a:r>
              <a:rPr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como almacén de grafos.</a:t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 I: Anti-Prompt Injection</a:t>
            </a:r>
            <a:endParaRPr/>
          </a:p>
        </p:txBody>
      </p:sp>
      <p:sp>
        <p:nvSpPr>
          <p:cNvPr id="521" name="Google Shape;521;p34"/>
          <p:cNvSpPr txBox="1"/>
          <p:nvPr/>
        </p:nvSpPr>
        <p:spPr>
          <a:xfrm>
            <a:off x="812625" y="1203625"/>
            <a:ext cx="80550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Defensa:</a:t>
            </a:r>
            <a:r>
              <a:rPr lang="en" sz="1900"/>
              <a:t> Implementación de una función de sanitización que intercepta la entrada antes de llegar al LLM.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Patrones Bloqueos:</a:t>
            </a:r>
            <a:r>
              <a:rPr lang="en" sz="1900"/>
              <a:t> Filtra palabras clave como "ignore", "system:", "act as", etiquetas </a:t>
            </a:r>
            <a:r>
              <a:rPr lang="en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r>
              <a:rPr lang="en" sz="1900"/>
              <a:t> y pistas de </a:t>
            </a:r>
            <a:r>
              <a:rPr i="1" lang="en" sz="1900"/>
              <a:t>jailbreak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Objetivo:</a:t>
            </a:r>
            <a:r>
              <a:rPr lang="en" sz="1900"/>
              <a:t> Evitar que un usuario malintencionado altere las instrucciones internas del recomendador o extraiga datos sensibles.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5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Seguridad II: Anti-Phishing </a:t>
            </a:r>
            <a:endParaRPr/>
          </a:p>
        </p:txBody>
      </p:sp>
      <p:sp>
        <p:nvSpPr>
          <p:cNvPr id="527" name="Google Shape;527;p35"/>
          <p:cNvSpPr txBox="1"/>
          <p:nvPr/>
        </p:nvSpPr>
        <p:spPr>
          <a:xfrm>
            <a:off x="812625" y="1135150"/>
            <a:ext cx="40674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Validación de URLs:</a:t>
            </a:r>
            <a:r>
              <a:rPr lang="en" sz="1900"/>
              <a:t> El scrapper solo acepta dominios de una </a:t>
            </a:r>
            <a:r>
              <a:rPr b="1" lang="en" sz="1900"/>
              <a:t>lista blanca</a:t>
            </a:r>
            <a:r>
              <a:rPr lang="en" sz="1900"/>
              <a:t> (Amazon, PCComponentes, MediaMarkt, FNAC).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Prevención:</a:t>
            </a:r>
            <a:r>
              <a:rPr lang="en" sz="1900"/>
              <a:t> Evita que el sistema recomiende enlaces a sitios de phishing generados por motores de búsqueda externos.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28" name="Google Shape;5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025" y="1263537"/>
            <a:ext cx="3829625" cy="27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Seguridad III: </a:t>
            </a:r>
            <a:r>
              <a:rPr lang="en"/>
              <a:t>Control de Entrada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825475" y="1416975"/>
            <a:ext cx="77976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Limitación de Longitud:</a:t>
            </a:r>
            <a:r>
              <a:rPr lang="en" sz="1900"/>
              <a:t> Restricción de consultas a 400 caracteres para evitar ataques de denegación de servicio (DoS) y optimizar tokens 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35" name="Google Shape;535;p36" title="Gemini_Generated_Image_pwtszspwtszspwt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38" y="2443800"/>
            <a:ext cx="5726371" cy="20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El Ciclo de Vida de una Consulta 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743250" y="1088200"/>
            <a:ext cx="77976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Input:</a:t>
            </a:r>
            <a:r>
              <a:rPr lang="en" sz="1900"/>
              <a:t> El usuario f</a:t>
            </a:r>
            <a:r>
              <a:rPr lang="en" sz="1900"/>
              <a:t>o</a:t>
            </a:r>
            <a:r>
              <a:rPr lang="en" sz="1900"/>
              <a:t>rmula una pregunta.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Sanitización:</a:t>
            </a:r>
            <a:r>
              <a:rPr lang="en" sz="1900"/>
              <a:t> Limpieza de ataques y control de longitud.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Análisis:</a:t>
            </a:r>
            <a:r>
              <a:rPr lang="en" sz="1900"/>
              <a:t> El LLM extrae filtros y determina si la pregunta es tratable.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Recuperación:</a:t>
            </a:r>
            <a:r>
              <a:rPr lang="en" sz="1900"/>
              <a:t> Búsqueda en Neo4j (Simbólica/Semántica) para obtener candidatos.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Generación:</a:t>
            </a:r>
            <a:r>
              <a:rPr lang="en" sz="1900"/>
              <a:t> El LLM redacta la respuesta final con justificaciones basadas en los datos recuperados.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title"/>
          </p:nvPr>
        </p:nvSpPr>
        <p:spPr>
          <a:xfrm>
            <a:off x="603150" y="433300"/>
            <a:ext cx="793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Despliegue de la aplicación(Docker) </a:t>
            </a:r>
            <a:endParaRPr/>
          </a:p>
        </p:txBody>
      </p:sp>
      <p:sp>
        <p:nvSpPr>
          <p:cNvPr id="547" name="Google Shape;547;p38"/>
          <p:cNvSpPr txBox="1"/>
          <p:nvPr/>
        </p:nvSpPr>
        <p:spPr>
          <a:xfrm>
            <a:off x="743250" y="1088200"/>
            <a:ext cx="77976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En esta segunda parte del vídeo, veremos cómo desplegar la aplicación de forma automática utilizando </a:t>
            </a:r>
            <a:r>
              <a:rPr b="1" lang="en" sz="1900">
                <a:solidFill>
                  <a:srgbClr val="188038"/>
                </a:solidFill>
                <a:latin typeface="Epilogue"/>
                <a:ea typeface="Epilogue"/>
                <a:cs typeface="Epilogue"/>
                <a:sym typeface="Epilogue"/>
              </a:rPr>
              <a:t>Docker</a:t>
            </a:r>
            <a:r>
              <a:rPr lang="en" sz="1900">
                <a:latin typeface="Epilogue"/>
                <a:ea typeface="Epilogue"/>
                <a:cs typeface="Epilogue"/>
                <a:sym typeface="Epilogue"/>
              </a:rPr>
              <a:t>.</a:t>
            </a:r>
            <a:endParaRPr sz="27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548" name="Google Shape;5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850" y="2759649"/>
            <a:ext cx="5084401" cy="1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Image Enhancer App Pitch Deck by Slidesgo">
  <a:themeElements>
    <a:clrScheme name="Simple Light">
      <a:dk1>
        <a:srgbClr val="223342"/>
      </a:dk1>
      <a:lt1>
        <a:srgbClr val="EFEFEF"/>
      </a:lt1>
      <a:dk2>
        <a:srgbClr val="635653"/>
      </a:dk2>
      <a:lt2>
        <a:srgbClr val="7BFDA1"/>
      </a:lt2>
      <a:accent1>
        <a:srgbClr val="F97D86"/>
      </a:accent1>
      <a:accent2>
        <a:srgbClr val="D871BB"/>
      </a:accent2>
      <a:accent3>
        <a:srgbClr val="F1A6FD"/>
      </a:accent3>
      <a:accent4>
        <a:srgbClr val="40A4FD"/>
      </a:accent4>
      <a:accent5>
        <a:srgbClr val="74D3FD"/>
      </a:accent5>
      <a:accent6>
        <a:srgbClr val="FFFFFF"/>
      </a:accent6>
      <a:hlink>
        <a:srgbClr val="2233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